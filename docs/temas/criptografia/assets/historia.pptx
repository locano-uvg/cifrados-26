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9" r:id="rId1"/>
  </p:sldMasterIdLst>
  <p:notesMasterIdLst>
    <p:notesMasterId r:id="rId25"/>
  </p:notesMasterIdLst>
  <p:sldIdLst>
    <p:sldId id="256" r:id="rId2"/>
    <p:sldId id="257" r:id="rId3"/>
    <p:sldId id="267" r:id="rId4"/>
    <p:sldId id="268" r:id="rId5"/>
    <p:sldId id="270" r:id="rId6"/>
    <p:sldId id="269" r:id="rId7"/>
    <p:sldId id="271" r:id="rId8"/>
    <p:sldId id="272" r:id="rId9"/>
    <p:sldId id="273" r:id="rId10"/>
    <p:sldId id="274" r:id="rId11"/>
    <p:sldId id="275" r:id="rId12"/>
    <p:sldId id="276" r:id="rId13"/>
    <p:sldId id="278" r:id="rId14"/>
    <p:sldId id="289" r:id="rId15"/>
    <p:sldId id="290" r:id="rId16"/>
    <p:sldId id="291" r:id="rId17"/>
    <p:sldId id="292" r:id="rId18"/>
    <p:sldId id="280" r:id="rId19"/>
    <p:sldId id="279" r:id="rId20"/>
    <p:sldId id="281" r:id="rId21"/>
    <p:sldId id="286" r:id="rId22"/>
    <p:sldId id="287" r:id="rId23"/>
    <p:sldId id="288" r:id="rId24"/>
  </p:sldIdLst>
  <p:sldSz cx="12192000" cy="6858000"/>
  <p:notesSz cx="6858000" cy="9144000"/>
  <p:defaultTextStyle>
    <a:defPPr>
      <a:defRPr lang="en-G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238"/>
    <p:restoredTop sz="94658"/>
  </p:normalViewPr>
  <p:slideViewPr>
    <p:cSldViewPr snapToGrid="0">
      <p:cViewPr varScale="1">
        <p:scale>
          <a:sx n="120" d="100"/>
          <a:sy n="120" d="100"/>
        </p:scale>
        <p:origin x="760"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udwing Cano" userId="9ce32dd838aadf05" providerId="LiveId" clId="{DAEB2E83-1CAB-E947-A0F4-9DE4F52697FD}"/>
    <pc:docChg chg="modSld sldOrd">
      <pc:chgData name="Ludwing Cano" userId="9ce32dd838aadf05" providerId="LiveId" clId="{DAEB2E83-1CAB-E947-A0F4-9DE4F52697FD}" dt="2024-01-23T22:17:55.653" v="5" actId="729"/>
      <pc:docMkLst>
        <pc:docMk/>
      </pc:docMkLst>
      <pc:sldChg chg="ord">
        <pc:chgData name="Ludwing Cano" userId="9ce32dd838aadf05" providerId="LiveId" clId="{DAEB2E83-1CAB-E947-A0F4-9DE4F52697FD}" dt="2024-01-23T21:20:37.369" v="2" actId="20578"/>
        <pc:sldMkLst>
          <pc:docMk/>
          <pc:sldMk cId="2108887077" sldId="267"/>
        </pc:sldMkLst>
      </pc:sldChg>
      <pc:sldChg chg="ord">
        <pc:chgData name="Ludwing Cano" userId="9ce32dd838aadf05" providerId="LiveId" clId="{DAEB2E83-1CAB-E947-A0F4-9DE4F52697FD}" dt="2024-01-23T21:20:37.369" v="2" actId="20578"/>
        <pc:sldMkLst>
          <pc:docMk/>
          <pc:sldMk cId="3738904667" sldId="268"/>
        </pc:sldMkLst>
      </pc:sldChg>
      <pc:sldChg chg="ord">
        <pc:chgData name="Ludwing Cano" userId="9ce32dd838aadf05" providerId="LiveId" clId="{DAEB2E83-1CAB-E947-A0F4-9DE4F52697FD}" dt="2024-01-23T21:13:21.044" v="0" actId="20578"/>
        <pc:sldMkLst>
          <pc:docMk/>
          <pc:sldMk cId="223174465" sldId="269"/>
        </pc:sldMkLst>
      </pc:sldChg>
      <pc:sldChg chg="ord">
        <pc:chgData name="Ludwing Cano" userId="9ce32dd838aadf05" providerId="LiveId" clId="{DAEB2E83-1CAB-E947-A0F4-9DE4F52697FD}" dt="2024-01-23T21:20:39.681" v="3" actId="20578"/>
        <pc:sldMkLst>
          <pc:docMk/>
          <pc:sldMk cId="3599937741" sldId="270"/>
        </pc:sldMkLst>
      </pc:sldChg>
      <pc:sldChg chg="ord">
        <pc:chgData name="Ludwing Cano" userId="9ce32dd838aadf05" providerId="LiveId" clId="{DAEB2E83-1CAB-E947-A0F4-9DE4F52697FD}" dt="2024-01-23T21:15:39.766" v="1" actId="20578"/>
        <pc:sldMkLst>
          <pc:docMk/>
          <pc:sldMk cId="1856018277" sldId="271"/>
        </pc:sldMkLst>
      </pc:sldChg>
      <pc:sldChg chg="mod modShow">
        <pc:chgData name="Ludwing Cano" userId="9ce32dd838aadf05" providerId="LiveId" clId="{DAEB2E83-1CAB-E947-A0F4-9DE4F52697FD}" dt="2024-01-23T22:17:55.653" v="5" actId="729"/>
        <pc:sldMkLst>
          <pc:docMk/>
          <pc:sldMk cId="4252760916" sldId="282"/>
        </pc:sldMkLst>
      </pc:sldChg>
      <pc:sldChg chg="mod modShow">
        <pc:chgData name="Ludwing Cano" userId="9ce32dd838aadf05" providerId="LiveId" clId="{DAEB2E83-1CAB-E947-A0F4-9DE4F52697FD}" dt="2024-01-23T22:17:47.307" v="4" actId="729"/>
        <pc:sldMkLst>
          <pc:docMk/>
          <pc:sldMk cId="4177130556" sldId="285"/>
        </pc:sldMkLst>
      </pc:sldChg>
    </pc:docChg>
  </pc:docChgLst>
  <pc:docChgLst>
    <pc:chgData name="Ludwing Cano" userId="9ce32dd838aadf05" providerId="LiveId" clId="{0BA95FDF-9B7A-934C-8FAA-3AB7F3042A8F}"/>
    <pc:docChg chg="modSld">
      <pc:chgData name="Ludwing Cano" userId="9ce32dd838aadf05" providerId="LiveId" clId="{0BA95FDF-9B7A-934C-8FAA-3AB7F3042A8F}" dt="2025-01-17T00:01:24.457" v="0" actId="732"/>
      <pc:docMkLst>
        <pc:docMk/>
      </pc:docMkLst>
      <pc:sldChg chg="modSp mod">
        <pc:chgData name="Ludwing Cano" userId="9ce32dd838aadf05" providerId="LiveId" clId="{0BA95FDF-9B7A-934C-8FAA-3AB7F3042A8F}" dt="2025-01-17T00:01:24.457" v="0" actId="732"/>
        <pc:sldMkLst>
          <pc:docMk/>
          <pc:sldMk cId="2127282166" sldId="290"/>
        </pc:sldMkLst>
        <pc:picChg chg="mod modCrop">
          <ac:chgData name="Ludwing Cano" userId="9ce32dd838aadf05" providerId="LiveId" clId="{0BA95FDF-9B7A-934C-8FAA-3AB7F3042A8F}" dt="2025-01-17T00:01:24.457" v="0" actId="732"/>
          <ac:picMkLst>
            <pc:docMk/>
            <pc:sldMk cId="2127282166" sldId="290"/>
            <ac:picMk id="3" creationId="{105B2DEA-5413-6940-BE87-DB8921FE161A}"/>
          </ac:picMkLst>
        </pc:picChg>
      </pc:sldChg>
    </pc:docChg>
  </pc:docChgLst>
  <pc:docChgLst>
    <pc:chgData name="Ludwing Cano" userId="9ce32dd838aadf05" providerId="LiveId" clId="{98887294-3AF0-EF41-9C74-4B87AE3C00BA}"/>
    <pc:docChg chg="undo redo custSel addSld delSld modSld sldOrd">
      <pc:chgData name="Ludwing Cano" userId="9ce32dd838aadf05" providerId="LiveId" clId="{98887294-3AF0-EF41-9C74-4B87AE3C00BA}" dt="2023-11-09T07:11:46.478" v="3349" actId="26606"/>
      <pc:docMkLst>
        <pc:docMk/>
      </pc:docMkLst>
      <pc:sldChg chg="addSp delSp modSp mod delDesignElem">
        <pc:chgData name="Ludwing Cano" userId="9ce32dd838aadf05" providerId="LiveId" clId="{98887294-3AF0-EF41-9C74-4B87AE3C00BA}" dt="2023-11-09T06:31:00.001" v="1491"/>
        <pc:sldMkLst>
          <pc:docMk/>
          <pc:sldMk cId="781594274" sldId="256"/>
        </pc:sldMkLst>
      </pc:sldChg>
      <pc:sldChg chg="modSp mod">
        <pc:chgData name="Ludwing Cano" userId="9ce32dd838aadf05" providerId="LiveId" clId="{98887294-3AF0-EF41-9C74-4B87AE3C00BA}" dt="2023-11-09T06:31:00.001" v="1491"/>
        <pc:sldMkLst>
          <pc:docMk/>
          <pc:sldMk cId="1382788421" sldId="257"/>
        </pc:sldMkLst>
      </pc:sldChg>
      <pc:sldChg chg="addSp delSp modSp new mod ord setBg delDesignElem">
        <pc:chgData name="Ludwing Cano" userId="9ce32dd838aadf05" providerId="LiveId" clId="{98887294-3AF0-EF41-9C74-4B87AE3C00BA}" dt="2023-11-09T06:31:00.001" v="1491"/>
        <pc:sldMkLst>
          <pc:docMk/>
          <pc:sldMk cId="2769011707" sldId="258"/>
        </pc:sldMkLst>
      </pc:sldChg>
      <pc:sldChg chg="del">
        <pc:chgData name="Ludwing Cano" userId="9ce32dd838aadf05" providerId="LiveId" clId="{98887294-3AF0-EF41-9C74-4B87AE3C00BA}" dt="2023-11-09T06:00:56.892" v="3" actId="2696"/>
        <pc:sldMkLst>
          <pc:docMk/>
          <pc:sldMk cId="2778123523" sldId="258"/>
        </pc:sldMkLst>
      </pc:sldChg>
      <pc:sldChg chg="addSp delSp modSp add mod ord delDesignElem">
        <pc:chgData name="Ludwing Cano" userId="9ce32dd838aadf05" providerId="LiveId" clId="{98887294-3AF0-EF41-9C74-4B87AE3C00BA}" dt="2023-11-09T06:31:00.001" v="1491"/>
        <pc:sldMkLst>
          <pc:docMk/>
          <pc:sldMk cId="2824966586" sldId="259"/>
        </pc:sldMkLst>
      </pc:sldChg>
      <pc:sldChg chg="addSp delSp modSp new mod setBg modClrScheme delDesignElem chgLayout">
        <pc:chgData name="Ludwing Cano" userId="9ce32dd838aadf05" providerId="LiveId" clId="{98887294-3AF0-EF41-9C74-4B87AE3C00BA}" dt="2023-11-09T06:31:00.001" v="1491"/>
        <pc:sldMkLst>
          <pc:docMk/>
          <pc:sldMk cId="2274292466" sldId="260"/>
        </pc:sldMkLst>
      </pc:sldChg>
      <pc:sldChg chg="del">
        <pc:chgData name="Ludwing Cano" userId="9ce32dd838aadf05" providerId="LiveId" clId="{98887294-3AF0-EF41-9C74-4B87AE3C00BA}" dt="2023-11-09T06:00:56.905" v="10" actId="2696"/>
        <pc:sldMkLst>
          <pc:docMk/>
          <pc:sldMk cId="3145999619" sldId="260"/>
        </pc:sldMkLst>
      </pc:sldChg>
      <pc:sldChg chg="del">
        <pc:chgData name="Ludwing Cano" userId="9ce32dd838aadf05" providerId="LiveId" clId="{98887294-3AF0-EF41-9C74-4B87AE3C00BA}" dt="2023-11-09T06:00:56.893" v="4" actId="2696"/>
        <pc:sldMkLst>
          <pc:docMk/>
          <pc:sldMk cId="316620446" sldId="261"/>
        </pc:sldMkLst>
      </pc:sldChg>
      <pc:sldChg chg="addSp delSp modSp new del mod ord modClrScheme chgLayout">
        <pc:chgData name="Ludwing Cano" userId="9ce32dd838aadf05" providerId="LiveId" clId="{98887294-3AF0-EF41-9C74-4B87AE3C00BA}" dt="2023-11-09T06:09:50.337" v="669" actId="2696"/>
        <pc:sldMkLst>
          <pc:docMk/>
          <pc:sldMk cId="4012271883" sldId="261"/>
        </pc:sldMkLst>
      </pc:sldChg>
      <pc:sldChg chg="addSp delSp modSp add mod setBg delDesignElem">
        <pc:chgData name="Ludwing Cano" userId="9ce32dd838aadf05" providerId="LiveId" clId="{98887294-3AF0-EF41-9C74-4B87AE3C00BA}" dt="2023-11-09T06:31:00.001" v="1491"/>
        <pc:sldMkLst>
          <pc:docMk/>
          <pc:sldMk cId="3247907998" sldId="262"/>
        </pc:sldMkLst>
      </pc:sldChg>
      <pc:sldChg chg="del">
        <pc:chgData name="Ludwing Cano" userId="9ce32dd838aadf05" providerId="LiveId" clId="{98887294-3AF0-EF41-9C74-4B87AE3C00BA}" dt="2023-11-09T06:00:56.922" v="15" actId="2696"/>
        <pc:sldMkLst>
          <pc:docMk/>
          <pc:sldMk cId="3738352142" sldId="262"/>
        </pc:sldMkLst>
      </pc:sldChg>
      <pc:sldChg chg="addSp delSp modSp add mod ord modClrScheme delDesignElem chgLayout">
        <pc:chgData name="Ludwing Cano" userId="9ce32dd838aadf05" providerId="LiveId" clId="{98887294-3AF0-EF41-9C74-4B87AE3C00BA}" dt="2023-11-09T06:31:00.001" v="1491"/>
        <pc:sldMkLst>
          <pc:docMk/>
          <pc:sldMk cId="1924824730" sldId="263"/>
        </pc:sldMkLst>
      </pc:sldChg>
      <pc:sldChg chg="add del">
        <pc:chgData name="Ludwing Cano" userId="9ce32dd838aadf05" providerId="LiveId" clId="{98887294-3AF0-EF41-9C74-4B87AE3C00BA}" dt="2023-11-09T06:09:56.386" v="671" actId="2890"/>
        <pc:sldMkLst>
          <pc:docMk/>
          <pc:sldMk cId="2081778561" sldId="263"/>
        </pc:sldMkLst>
      </pc:sldChg>
      <pc:sldChg chg="addSp delSp modSp add mod ord modClrScheme delDesignElem chgLayout">
        <pc:chgData name="Ludwing Cano" userId="9ce32dd838aadf05" providerId="LiveId" clId="{98887294-3AF0-EF41-9C74-4B87AE3C00BA}" dt="2023-11-09T06:31:00.001" v="1491"/>
        <pc:sldMkLst>
          <pc:docMk/>
          <pc:sldMk cId="2084833091" sldId="264"/>
        </pc:sldMkLst>
      </pc:sldChg>
      <pc:sldChg chg="del">
        <pc:chgData name="Ludwing Cano" userId="9ce32dd838aadf05" providerId="LiveId" clId="{98887294-3AF0-EF41-9C74-4B87AE3C00BA}" dt="2023-11-09T06:00:56.944" v="16" actId="2696"/>
        <pc:sldMkLst>
          <pc:docMk/>
          <pc:sldMk cId="2595780648" sldId="264"/>
        </pc:sldMkLst>
      </pc:sldChg>
      <pc:sldChg chg="modSp add del mod ord">
        <pc:chgData name="Ludwing Cano" userId="9ce32dd838aadf05" providerId="LiveId" clId="{98887294-3AF0-EF41-9C74-4B87AE3C00BA}" dt="2023-11-09T06:12:32.202" v="752" actId="2696"/>
        <pc:sldMkLst>
          <pc:docMk/>
          <pc:sldMk cId="2784041058" sldId="264"/>
        </pc:sldMkLst>
      </pc:sldChg>
      <pc:sldChg chg="addSp delSp modSp add mod modClrScheme delDesignElem chgLayout">
        <pc:chgData name="Ludwing Cano" userId="9ce32dd838aadf05" providerId="LiveId" clId="{98887294-3AF0-EF41-9C74-4B87AE3C00BA}" dt="2023-11-09T06:31:00.001" v="1491"/>
        <pc:sldMkLst>
          <pc:docMk/>
          <pc:sldMk cId="2872763919" sldId="265"/>
        </pc:sldMkLst>
      </pc:sldChg>
      <pc:sldChg chg="del">
        <pc:chgData name="Ludwing Cano" userId="9ce32dd838aadf05" providerId="LiveId" clId="{98887294-3AF0-EF41-9C74-4B87AE3C00BA}" dt="2023-11-09T06:00:56.894" v="5" actId="2696"/>
        <pc:sldMkLst>
          <pc:docMk/>
          <pc:sldMk cId="3575352175" sldId="265"/>
        </pc:sldMkLst>
      </pc:sldChg>
      <pc:sldChg chg="del">
        <pc:chgData name="Ludwing Cano" userId="9ce32dd838aadf05" providerId="LiveId" clId="{98887294-3AF0-EF41-9C74-4B87AE3C00BA}" dt="2023-11-09T06:00:56.906" v="11" actId="2696"/>
        <pc:sldMkLst>
          <pc:docMk/>
          <pc:sldMk cId="2129260138" sldId="266"/>
        </pc:sldMkLst>
      </pc:sldChg>
      <pc:sldChg chg="addSp delSp modSp add mod ord modClrScheme delDesignElem chgLayout">
        <pc:chgData name="Ludwing Cano" userId="9ce32dd838aadf05" providerId="LiveId" clId="{98887294-3AF0-EF41-9C74-4B87AE3C00BA}" dt="2023-11-09T06:31:00.001" v="1491"/>
        <pc:sldMkLst>
          <pc:docMk/>
          <pc:sldMk cId="3963062113" sldId="266"/>
        </pc:sldMkLst>
      </pc:sldChg>
      <pc:sldChg chg="addSp delSp modSp add mod modMedia modClrScheme delAnim delDesignElem chgLayout">
        <pc:chgData name="Ludwing Cano" userId="9ce32dd838aadf05" providerId="LiveId" clId="{98887294-3AF0-EF41-9C74-4B87AE3C00BA}" dt="2023-11-09T06:31:00.001" v="1491"/>
        <pc:sldMkLst>
          <pc:docMk/>
          <pc:sldMk cId="2108887077" sldId="267"/>
        </pc:sldMkLst>
      </pc:sldChg>
      <pc:sldChg chg="del">
        <pc:chgData name="Ludwing Cano" userId="9ce32dd838aadf05" providerId="LiveId" clId="{98887294-3AF0-EF41-9C74-4B87AE3C00BA}" dt="2023-11-09T06:00:56.903" v="8" actId="2696"/>
        <pc:sldMkLst>
          <pc:docMk/>
          <pc:sldMk cId="4024667342" sldId="267"/>
        </pc:sldMkLst>
      </pc:sldChg>
      <pc:sldChg chg="del">
        <pc:chgData name="Ludwing Cano" userId="9ce32dd838aadf05" providerId="LiveId" clId="{98887294-3AF0-EF41-9C74-4B87AE3C00BA}" dt="2023-11-09T06:00:56.895" v="6" actId="2696"/>
        <pc:sldMkLst>
          <pc:docMk/>
          <pc:sldMk cId="3633594271" sldId="268"/>
        </pc:sldMkLst>
      </pc:sldChg>
      <pc:sldChg chg="addSp delSp modSp add mod modClrScheme delDesignElem chgLayout">
        <pc:chgData name="Ludwing Cano" userId="9ce32dd838aadf05" providerId="LiveId" clId="{98887294-3AF0-EF41-9C74-4B87AE3C00BA}" dt="2023-11-09T06:58:07.709" v="2785" actId="26606"/>
        <pc:sldMkLst>
          <pc:docMk/>
          <pc:sldMk cId="3738904667" sldId="268"/>
        </pc:sldMkLst>
      </pc:sldChg>
      <pc:sldChg chg="del">
        <pc:chgData name="Ludwing Cano" userId="9ce32dd838aadf05" providerId="LiveId" clId="{98887294-3AF0-EF41-9C74-4B87AE3C00BA}" dt="2023-11-09T06:00:56.896" v="7" actId="2696"/>
        <pc:sldMkLst>
          <pc:docMk/>
          <pc:sldMk cId="1535147611" sldId="269"/>
        </pc:sldMkLst>
      </pc:sldChg>
      <pc:sldChg chg="addSp delSp modSp add mod delDesignElem">
        <pc:chgData name="Ludwing Cano" userId="9ce32dd838aadf05" providerId="LiveId" clId="{98887294-3AF0-EF41-9C74-4B87AE3C00BA}" dt="2023-11-09T06:31:00.001" v="1491"/>
        <pc:sldMkLst>
          <pc:docMk/>
          <pc:sldMk cId="2247761209" sldId="269"/>
        </pc:sldMkLst>
      </pc:sldChg>
      <pc:sldChg chg="addSp delSp modSp add mod ord">
        <pc:chgData name="Ludwing Cano" userId="9ce32dd838aadf05" providerId="LiveId" clId="{98887294-3AF0-EF41-9C74-4B87AE3C00BA}" dt="2023-11-09T06:31:00.001" v="1491"/>
        <pc:sldMkLst>
          <pc:docMk/>
          <pc:sldMk cId="1695063315" sldId="270"/>
        </pc:sldMkLst>
      </pc:sldChg>
      <pc:sldChg chg="del">
        <pc:chgData name="Ludwing Cano" userId="9ce32dd838aadf05" providerId="LiveId" clId="{98887294-3AF0-EF41-9C74-4B87AE3C00BA}" dt="2023-11-09T06:00:56.904" v="9" actId="2696"/>
        <pc:sldMkLst>
          <pc:docMk/>
          <pc:sldMk cId="2932673668" sldId="270"/>
        </pc:sldMkLst>
      </pc:sldChg>
      <pc:sldChg chg="del">
        <pc:chgData name="Ludwing Cano" userId="9ce32dd838aadf05" providerId="LiveId" clId="{98887294-3AF0-EF41-9C74-4B87AE3C00BA}" dt="2023-11-09T06:00:56.907" v="12" actId="2696"/>
        <pc:sldMkLst>
          <pc:docMk/>
          <pc:sldMk cId="2912243378" sldId="271"/>
        </pc:sldMkLst>
      </pc:sldChg>
      <pc:sldChg chg="addSp delSp modSp add mod ord delDesignElem">
        <pc:chgData name="Ludwing Cano" userId="9ce32dd838aadf05" providerId="LiveId" clId="{98887294-3AF0-EF41-9C74-4B87AE3C00BA}" dt="2023-11-09T06:31:00.001" v="1491"/>
        <pc:sldMkLst>
          <pc:docMk/>
          <pc:sldMk cId="3514634904" sldId="271"/>
        </pc:sldMkLst>
      </pc:sldChg>
      <pc:sldChg chg="addSp delSp modSp add del mod">
        <pc:chgData name="Ludwing Cano" userId="9ce32dd838aadf05" providerId="LiveId" clId="{98887294-3AF0-EF41-9C74-4B87AE3C00BA}" dt="2023-11-09T06:24:33.971" v="1326" actId="2696"/>
        <pc:sldMkLst>
          <pc:docMk/>
          <pc:sldMk cId="3605288997" sldId="271"/>
        </pc:sldMkLst>
      </pc:sldChg>
      <pc:sldChg chg="del">
        <pc:chgData name="Ludwing Cano" userId="9ce32dd838aadf05" providerId="LiveId" clId="{98887294-3AF0-EF41-9C74-4B87AE3C00BA}" dt="2023-11-09T06:00:56.883" v="1" actId="2696"/>
        <pc:sldMkLst>
          <pc:docMk/>
          <pc:sldMk cId="1034127517" sldId="272"/>
        </pc:sldMkLst>
      </pc:sldChg>
      <pc:sldChg chg="addSp delSp add delDesignElem">
        <pc:chgData name="Ludwing Cano" userId="9ce32dd838aadf05" providerId="LiveId" clId="{98887294-3AF0-EF41-9C74-4B87AE3C00BA}" dt="2023-11-09T06:31:00.001" v="1491"/>
        <pc:sldMkLst>
          <pc:docMk/>
          <pc:sldMk cId="3197851975" sldId="272"/>
        </pc:sldMkLst>
      </pc:sldChg>
      <pc:sldChg chg="del">
        <pc:chgData name="Ludwing Cano" userId="9ce32dd838aadf05" providerId="LiveId" clId="{98887294-3AF0-EF41-9C74-4B87AE3C00BA}" dt="2023-11-09T06:00:56.918" v="14" actId="2696"/>
        <pc:sldMkLst>
          <pc:docMk/>
          <pc:sldMk cId="1833296922" sldId="273"/>
        </pc:sldMkLst>
      </pc:sldChg>
      <pc:sldChg chg="addSp delSp modSp new mod modClrScheme chgLayout">
        <pc:chgData name="Ludwing Cano" userId="9ce32dd838aadf05" providerId="LiveId" clId="{98887294-3AF0-EF41-9C74-4B87AE3C00BA}" dt="2023-11-09T06:31:00.001" v="1491"/>
        <pc:sldMkLst>
          <pc:docMk/>
          <pc:sldMk cId="3853808694" sldId="273"/>
        </pc:sldMkLst>
      </pc:sldChg>
      <pc:sldChg chg="addSp delSp modSp add mod chgLayout">
        <pc:chgData name="Ludwing Cano" userId="9ce32dd838aadf05" providerId="LiveId" clId="{98887294-3AF0-EF41-9C74-4B87AE3C00BA}" dt="2023-11-09T06:32:05.739" v="1638" actId="1076"/>
        <pc:sldMkLst>
          <pc:docMk/>
          <pc:sldMk cId="2414172741" sldId="274"/>
        </pc:sldMkLst>
      </pc:sldChg>
      <pc:sldChg chg="del">
        <pc:chgData name="Ludwing Cano" userId="9ce32dd838aadf05" providerId="LiveId" clId="{98887294-3AF0-EF41-9C74-4B87AE3C00BA}" dt="2023-11-09T06:00:56.914" v="13" actId="2696"/>
        <pc:sldMkLst>
          <pc:docMk/>
          <pc:sldMk cId="2787102254" sldId="274"/>
        </pc:sldMkLst>
      </pc:sldChg>
      <pc:sldChg chg="addSp delSp modSp add mod ord">
        <pc:chgData name="Ludwing Cano" userId="9ce32dd838aadf05" providerId="LiveId" clId="{98887294-3AF0-EF41-9C74-4B87AE3C00BA}" dt="2023-11-09T06:35:08.762" v="1692" actId="478"/>
        <pc:sldMkLst>
          <pc:docMk/>
          <pc:sldMk cId="2714503867" sldId="275"/>
        </pc:sldMkLst>
      </pc:sldChg>
      <pc:sldChg chg="del">
        <pc:chgData name="Ludwing Cano" userId="9ce32dd838aadf05" providerId="LiveId" clId="{98887294-3AF0-EF41-9C74-4B87AE3C00BA}" dt="2023-11-09T06:00:56.892" v="2" actId="2696"/>
        <pc:sldMkLst>
          <pc:docMk/>
          <pc:sldMk cId="4097523218" sldId="275"/>
        </pc:sldMkLst>
      </pc:sldChg>
      <pc:sldChg chg="del">
        <pc:chgData name="Ludwing Cano" userId="9ce32dd838aadf05" providerId="LiveId" clId="{98887294-3AF0-EF41-9C74-4B87AE3C00BA}" dt="2023-11-09T06:00:56.882" v="0" actId="2696"/>
        <pc:sldMkLst>
          <pc:docMk/>
          <pc:sldMk cId="367207766" sldId="276"/>
        </pc:sldMkLst>
      </pc:sldChg>
      <pc:sldChg chg="addSp modSp add mod">
        <pc:chgData name="Ludwing Cano" userId="9ce32dd838aadf05" providerId="LiveId" clId="{98887294-3AF0-EF41-9C74-4B87AE3C00BA}" dt="2023-11-09T06:44:52.465" v="2207" actId="1076"/>
        <pc:sldMkLst>
          <pc:docMk/>
          <pc:sldMk cId="3303160653" sldId="276"/>
        </pc:sldMkLst>
      </pc:sldChg>
      <pc:sldChg chg="addSp delSp modSp add mod ord chgLayout">
        <pc:chgData name="Ludwing Cano" userId="9ce32dd838aadf05" providerId="LiveId" clId="{98887294-3AF0-EF41-9C74-4B87AE3C00BA}" dt="2023-11-09T06:41:23.093" v="2149" actId="20578"/>
        <pc:sldMkLst>
          <pc:docMk/>
          <pc:sldMk cId="69773119" sldId="277"/>
        </pc:sldMkLst>
      </pc:sldChg>
      <pc:sldChg chg="addSp delSp modSp add mod chgLayout">
        <pc:chgData name="Ludwing Cano" userId="9ce32dd838aadf05" providerId="LiveId" clId="{98887294-3AF0-EF41-9C74-4B87AE3C00BA}" dt="2023-11-09T06:49:27.905" v="2412" actId="1076"/>
        <pc:sldMkLst>
          <pc:docMk/>
          <pc:sldMk cId="2311775419" sldId="278"/>
        </pc:sldMkLst>
      </pc:sldChg>
      <pc:sldChg chg="addSp modSp add mod ord setBg">
        <pc:chgData name="Ludwing Cano" userId="9ce32dd838aadf05" providerId="LiveId" clId="{98887294-3AF0-EF41-9C74-4B87AE3C00BA}" dt="2023-11-09T06:50:49.588" v="2451" actId="26606"/>
        <pc:sldMkLst>
          <pc:docMk/>
          <pc:sldMk cId="4183357756" sldId="279"/>
        </pc:sldMkLst>
      </pc:sldChg>
      <pc:sldChg chg="addSp delSp modSp add del mod modMedia setBg addAnim delAnim delDesignElem">
        <pc:chgData name="Ludwing Cano" userId="9ce32dd838aadf05" providerId="LiveId" clId="{98887294-3AF0-EF41-9C74-4B87AE3C00BA}" dt="2023-11-09T06:52:27.138" v="2495" actId="2696"/>
        <pc:sldMkLst>
          <pc:docMk/>
          <pc:sldMk cId="1173601002" sldId="280"/>
        </pc:sldMkLst>
      </pc:sldChg>
      <pc:sldChg chg="delSp modSp add mod setBg delDesignElem">
        <pc:chgData name="Ludwing Cano" userId="9ce32dd838aadf05" providerId="LiveId" clId="{98887294-3AF0-EF41-9C74-4B87AE3C00BA}" dt="2023-11-09T06:52:37.189" v="2530" actId="20577"/>
        <pc:sldMkLst>
          <pc:docMk/>
          <pc:sldMk cId="3456554306" sldId="281"/>
        </pc:sldMkLst>
      </pc:sldChg>
      <pc:sldChg chg="addSp delSp modSp add mod setBg modClrScheme chgLayout">
        <pc:chgData name="Ludwing Cano" userId="9ce32dd838aadf05" providerId="LiveId" clId="{98887294-3AF0-EF41-9C74-4B87AE3C00BA}" dt="2023-11-09T06:53:06.908" v="2537" actId="26606"/>
        <pc:sldMkLst>
          <pc:docMk/>
          <pc:sldMk cId="1949228323" sldId="282"/>
        </pc:sldMkLst>
      </pc:sldChg>
      <pc:sldChg chg="addSp delSp modSp add mod setBg modClrScheme chgLayout">
        <pc:chgData name="Ludwing Cano" userId="9ce32dd838aadf05" providerId="LiveId" clId="{98887294-3AF0-EF41-9C74-4B87AE3C00BA}" dt="2023-11-09T06:55:47.855" v="2757"/>
        <pc:sldMkLst>
          <pc:docMk/>
          <pc:sldMk cId="1484862027" sldId="283"/>
        </pc:sldMkLst>
      </pc:sldChg>
      <pc:sldChg chg="addSp delSp modSp add mod ord setBg">
        <pc:chgData name="Ludwing Cano" userId="9ce32dd838aadf05" providerId="LiveId" clId="{98887294-3AF0-EF41-9C74-4B87AE3C00BA}" dt="2023-11-09T06:56:42.929" v="2781" actId="26606"/>
        <pc:sldMkLst>
          <pc:docMk/>
          <pc:sldMk cId="2293002971" sldId="284"/>
        </pc:sldMkLst>
      </pc:sldChg>
      <pc:sldChg chg="add">
        <pc:chgData name="Ludwing Cano" userId="9ce32dd838aadf05" providerId="LiveId" clId="{98887294-3AF0-EF41-9C74-4B87AE3C00BA}" dt="2023-11-09T06:56:55.369" v="2782" actId="2890"/>
        <pc:sldMkLst>
          <pc:docMk/>
          <pc:sldMk cId="3944628441" sldId="285"/>
        </pc:sldMkLst>
      </pc:sldChg>
      <pc:sldChg chg="addSp delSp modSp add mod setBg">
        <pc:chgData name="Ludwing Cano" userId="9ce32dd838aadf05" providerId="LiveId" clId="{98887294-3AF0-EF41-9C74-4B87AE3C00BA}" dt="2023-11-09T07:01:26.919" v="2809" actId="26606"/>
        <pc:sldMkLst>
          <pc:docMk/>
          <pc:sldMk cId="2853499478" sldId="286"/>
        </pc:sldMkLst>
      </pc:sldChg>
      <pc:sldChg chg="add del">
        <pc:chgData name="Ludwing Cano" userId="9ce32dd838aadf05" providerId="LiveId" clId="{98887294-3AF0-EF41-9C74-4B87AE3C00BA}" dt="2023-11-09T07:02:09.101" v="2811" actId="2890"/>
        <pc:sldMkLst>
          <pc:docMk/>
          <pc:sldMk cId="3757663089" sldId="287"/>
        </pc:sldMkLst>
      </pc:sldChg>
      <pc:sldChg chg="addSp delSp modSp add mod">
        <pc:chgData name="Ludwing Cano" userId="9ce32dd838aadf05" providerId="LiveId" clId="{98887294-3AF0-EF41-9C74-4B87AE3C00BA}" dt="2023-11-09T07:03:00.729" v="2822" actId="26606"/>
        <pc:sldMkLst>
          <pc:docMk/>
          <pc:sldMk cId="3758009909" sldId="287"/>
        </pc:sldMkLst>
      </pc:sldChg>
      <pc:sldChg chg="modSp add mod ord">
        <pc:chgData name="Ludwing Cano" userId="9ce32dd838aadf05" providerId="LiveId" clId="{98887294-3AF0-EF41-9C74-4B87AE3C00BA}" dt="2023-11-09T07:07:02.226" v="3217" actId="20578"/>
        <pc:sldMkLst>
          <pc:docMk/>
          <pc:sldMk cId="3776909443" sldId="288"/>
        </pc:sldMkLst>
      </pc:sldChg>
      <pc:sldChg chg="modSp add mod ord">
        <pc:chgData name="Ludwing Cano" userId="9ce32dd838aadf05" providerId="LiveId" clId="{98887294-3AF0-EF41-9C74-4B87AE3C00BA}" dt="2023-11-09T07:07:08.243" v="3237" actId="20577"/>
        <pc:sldMkLst>
          <pc:docMk/>
          <pc:sldMk cId="2773247489" sldId="289"/>
        </pc:sldMkLst>
      </pc:sldChg>
      <pc:sldChg chg="modSp add mod">
        <pc:chgData name="Ludwing Cano" userId="9ce32dd838aadf05" providerId="LiveId" clId="{98887294-3AF0-EF41-9C74-4B87AE3C00BA}" dt="2023-11-09T07:06:45.939" v="3216" actId="313"/>
        <pc:sldMkLst>
          <pc:docMk/>
          <pc:sldMk cId="3215249677" sldId="290"/>
        </pc:sldMkLst>
      </pc:sldChg>
      <pc:sldChg chg="addSp delSp modSp add mod setBg">
        <pc:chgData name="Ludwing Cano" userId="9ce32dd838aadf05" providerId="LiveId" clId="{98887294-3AF0-EF41-9C74-4B87AE3C00BA}" dt="2023-11-09T07:07:53.058" v="3257" actId="26606"/>
        <pc:sldMkLst>
          <pc:docMk/>
          <pc:sldMk cId="1333271691" sldId="291"/>
        </pc:sldMkLst>
      </pc:sldChg>
      <pc:sldChg chg="addSp delSp modSp add mod setBg">
        <pc:chgData name="Ludwing Cano" userId="9ce32dd838aadf05" providerId="LiveId" clId="{98887294-3AF0-EF41-9C74-4B87AE3C00BA}" dt="2023-11-09T07:09:25.478" v="3285" actId="26606"/>
        <pc:sldMkLst>
          <pc:docMk/>
          <pc:sldMk cId="3004761537" sldId="292"/>
        </pc:sldMkLst>
      </pc:sldChg>
      <pc:sldChg chg="addSp delSp modSp add mod">
        <pc:chgData name="Ludwing Cano" userId="9ce32dd838aadf05" providerId="LiveId" clId="{98887294-3AF0-EF41-9C74-4B87AE3C00BA}" dt="2023-11-09T07:10:35.177" v="3307" actId="26606"/>
        <pc:sldMkLst>
          <pc:docMk/>
          <pc:sldMk cId="1661410618" sldId="293"/>
        </pc:sldMkLst>
      </pc:sldChg>
      <pc:sldChg chg="addSp delSp modSp add mod">
        <pc:chgData name="Ludwing Cano" userId="9ce32dd838aadf05" providerId="LiveId" clId="{98887294-3AF0-EF41-9C74-4B87AE3C00BA}" dt="2023-11-09T07:11:46.478" v="3349" actId="26606"/>
        <pc:sldMkLst>
          <pc:docMk/>
          <pc:sldMk cId="697550513" sldId="294"/>
        </pc:sldMkLst>
      </pc:sldChg>
    </pc:docChg>
  </pc:docChgLst>
  <pc:docChgLst>
    <pc:chgData name="Ludwing Cano" userId="9ce32dd838aadf05" providerId="LiveId" clId="{CF6F1689-8DF6-CD45-AEBB-F7F585841195}"/>
    <pc:docChg chg="undo custSel addSld delSld modSld sldOrd">
      <pc:chgData name="Ludwing Cano" userId="9ce32dd838aadf05" providerId="LiveId" clId="{CF6F1689-8DF6-CD45-AEBB-F7F585841195}" dt="2023-11-21T07:04:00.275" v="1694" actId="2696"/>
      <pc:docMkLst>
        <pc:docMk/>
      </pc:docMkLst>
      <pc:sldChg chg="modSp mod">
        <pc:chgData name="Ludwing Cano" userId="9ce32dd838aadf05" providerId="LiveId" clId="{CF6F1689-8DF6-CD45-AEBB-F7F585841195}" dt="2023-11-21T05:45:12.831" v="15" actId="20577"/>
        <pc:sldMkLst>
          <pc:docMk/>
          <pc:sldMk cId="781594274" sldId="256"/>
        </pc:sldMkLst>
      </pc:sldChg>
      <pc:sldChg chg="modSp mod">
        <pc:chgData name="Ludwing Cano" userId="9ce32dd838aadf05" providerId="LiveId" clId="{CF6F1689-8DF6-CD45-AEBB-F7F585841195}" dt="2023-11-21T05:51:45.671" v="413" actId="20577"/>
        <pc:sldMkLst>
          <pc:docMk/>
          <pc:sldMk cId="1382788421" sldId="257"/>
        </pc:sldMkLst>
      </pc:sldChg>
      <pc:sldChg chg="del">
        <pc:chgData name="Ludwing Cano" userId="9ce32dd838aadf05" providerId="LiveId" clId="{CF6F1689-8DF6-CD45-AEBB-F7F585841195}" dt="2023-11-21T05:53:09.968" v="415" actId="2696"/>
        <pc:sldMkLst>
          <pc:docMk/>
          <pc:sldMk cId="2769011707" sldId="258"/>
        </pc:sldMkLst>
      </pc:sldChg>
      <pc:sldChg chg="del">
        <pc:chgData name="Ludwing Cano" userId="9ce32dd838aadf05" providerId="LiveId" clId="{CF6F1689-8DF6-CD45-AEBB-F7F585841195}" dt="2023-11-21T05:53:09.968" v="415" actId="2696"/>
        <pc:sldMkLst>
          <pc:docMk/>
          <pc:sldMk cId="2824966586" sldId="259"/>
        </pc:sldMkLst>
      </pc:sldChg>
      <pc:sldChg chg="del">
        <pc:chgData name="Ludwing Cano" userId="9ce32dd838aadf05" providerId="LiveId" clId="{CF6F1689-8DF6-CD45-AEBB-F7F585841195}" dt="2023-11-21T05:52:52.355" v="414" actId="2696"/>
        <pc:sldMkLst>
          <pc:docMk/>
          <pc:sldMk cId="2274292466" sldId="260"/>
        </pc:sldMkLst>
      </pc:sldChg>
      <pc:sldChg chg="del">
        <pc:chgData name="Ludwing Cano" userId="9ce32dd838aadf05" providerId="LiveId" clId="{CF6F1689-8DF6-CD45-AEBB-F7F585841195}" dt="2023-11-21T05:52:52.355" v="414" actId="2696"/>
        <pc:sldMkLst>
          <pc:docMk/>
          <pc:sldMk cId="3247907998" sldId="262"/>
        </pc:sldMkLst>
      </pc:sldChg>
      <pc:sldChg chg="del">
        <pc:chgData name="Ludwing Cano" userId="9ce32dd838aadf05" providerId="LiveId" clId="{CF6F1689-8DF6-CD45-AEBB-F7F585841195}" dt="2023-11-21T05:52:52.355" v="414" actId="2696"/>
        <pc:sldMkLst>
          <pc:docMk/>
          <pc:sldMk cId="1924824730" sldId="263"/>
        </pc:sldMkLst>
      </pc:sldChg>
      <pc:sldChg chg="del">
        <pc:chgData name="Ludwing Cano" userId="9ce32dd838aadf05" providerId="LiveId" clId="{CF6F1689-8DF6-CD45-AEBB-F7F585841195}" dt="2023-11-21T05:52:52.355" v="414" actId="2696"/>
        <pc:sldMkLst>
          <pc:docMk/>
          <pc:sldMk cId="2084833091" sldId="264"/>
        </pc:sldMkLst>
      </pc:sldChg>
      <pc:sldChg chg="del">
        <pc:chgData name="Ludwing Cano" userId="9ce32dd838aadf05" providerId="LiveId" clId="{CF6F1689-8DF6-CD45-AEBB-F7F585841195}" dt="2023-11-21T05:52:52.355" v="414" actId="2696"/>
        <pc:sldMkLst>
          <pc:docMk/>
          <pc:sldMk cId="2872763919" sldId="265"/>
        </pc:sldMkLst>
      </pc:sldChg>
      <pc:sldChg chg="del">
        <pc:chgData name="Ludwing Cano" userId="9ce32dd838aadf05" providerId="LiveId" clId="{CF6F1689-8DF6-CD45-AEBB-F7F585841195}" dt="2023-11-21T05:52:52.355" v="414" actId="2696"/>
        <pc:sldMkLst>
          <pc:docMk/>
          <pc:sldMk cId="3963062113" sldId="266"/>
        </pc:sldMkLst>
      </pc:sldChg>
      <pc:sldChg chg="modSp mod">
        <pc:chgData name="Ludwing Cano" userId="9ce32dd838aadf05" providerId="LiveId" clId="{CF6F1689-8DF6-CD45-AEBB-F7F585841195}" dt="2023-11-21T05:53:28.888" v="438" actId="20577"/>
        <pc:sldMkLst>
          <pc:docMk/>
          <pc:sldMk cId="2108887077" sldId="267"/>
        </pc:sldMkLst>
      </pc:sldChg>
      <pc:sldChg chg="addSp delSp modSp mod">
        <pc:chgData name="Ludwing Cano" userId="9ce32dd838aadf05" providerId="LiveId" clId="{CF6F1689-8DF6-CD45-AEBB-F7F585841195}" dt="2023-11-21T05:56:59.882" v="578" actId="1076"/>
        <pc:sldMkLst>
          <pc:docMk/>
          <pc:sldMk cId="3738904667" sldId="268"/>
        </pc:sldMkLst>
      </pc:sldChg>
      <pc:sldChg chg="addSp delSp modSp add mod">
        <pc:chgData name="Ludwing Cano" userId="9ce32dd838aadf05" providerId="LiveId" clId="{CF6F1689-8DF6-CD45-AEBB-F7F585841195}" dt="2023-11-21T06:02:50.546" v="938" actId="113"/>
        <pc:sldMkLst>
          <pc:docMk/>
          <pc:sldMk cId="223174465" sldId="269"/>
        </pc:sldMkLst>
      </pc:sldChg>
      <pc:sldChg chg="del">
        <pc:chgData name="Ludwing Cano" userId="9ce32dd838aadf05" providerId="LiveId" clId="{CF6F1689-8DF6-CD45-AEBB-F7F585841195}" dt="2023-11-21T05:52:52.355" v="414" actId="2696"/>
        <pc:sldMkLst>
          <pc:docMk/>
          <pc:sldMk cId="2247761209" sldId="269"/>
        </pc:sldMkLst>
      </pc:sldChg>
      <pc:sldChg chg="del">
        <pc:chgData name="Ludwing Cano" userId="9ce32dd838aadf05" providerId="LiveId" clId="{CF6F1689-8DF6-CD45-AEBB-F7F585841195}" dt="2023-11-21T05:52:52.355" v="414" actId="2696"/>
        <pc:sldMkLst>
          <pc:docMk/>
          <pc:sldMk cId="1695063315" sldId="270"/>
        </pc:sldMkLst>
      </pc:sldChg>
      <pc:sldChg chg="delSp modSp add mod setBg delDesignElem">
        <pc:chgData name="Ludwing Cano" userId="9ce32dd838aadf05" providerId="LiveId" clId="{CF6F1689-8DF6-CD45-AEBB-F7F585841195}" dt="2023-11-21T06:05:17.401" v="988" actId="115"/>
        <pc:sldMkLst>
          <pc:docMk/>
          <pc:sldMk cId="3599937741" sldId="270"/>
        </pc:sldMkLst>
      </pc:sldChg>
      <pc:sldChg chg="addSp delSp modSp add mod ord">
        <pc:chgData name="Ludwing Cano" userId="9ce32dd838aadf05" providerId="LiveId" clId="{CF6F1689-8DF6-CD45-AEBB-F7F585841195}" dt="2023-11-21T06:03:06.159" v="940" actId="20578"/>
        <pc:sldMkLst>
          <pc:docMk/>
          <pc:sldMk cId="1856018277" sldId="271"/>
        </pc:sldMkLst>
      </pc:sldChg>
      <pc:sldChg chg="del">
        <pc:chgData name="Ludwing Cano" userId="9ce32dd838aadf05" providerId="LiveId" clId="{CF6F1689-8DF6-CD45-AEBB-F7F585841195}" dt="2023-11-21T05:52:52.355" v="414" actId="2696"/>
        <pc:sldMkLst>
          <pc:docMk/>
          <pc:sldMk cId="3514634904" sldId="271"/>
        </pc:sldMkLst>
      </pc:sldChg>
      <pc:sldChg chg="modSp add mod">
        <pc:chgData name="Ludwing Cano" userId="9ce32dd838aadf05" providerId="LiveId" clId="{CF6F1689-8DF6-CD45-AEBB-F7F585841195}" dt="2023-11-21T06:03:12.033" v="953" actId="20577"/>
        <pc:sldMkLst>
          <pc:docMk/>
          <pc:sldMk cId="1848292587" sldId="272"/>
        </pc:sldMkLst>
      </pc:sldChg>
      <pc:sldChg chg="del">
        <pc:chgData name="Ludwing Cano" userId="9ce32dd838aadf05" providerId="LiveId" clId="{CF6F1689-8DF6-CD45-AEBB-F7F585841195}" dt="2023-11-21T05:52:52.355" v="414" actId="2696"/>
        <pc:sldMkLst>
          <pc:docMk/>
          <pc:sldMk cId="3197851975" sldId="272"/>
        </pc:sldMkLst>
      </pc:sldChg>
      <pc:sldChg chg="addSp delSp modSp add mod replId">
        <pc:chgData name="Ludwing Cano" userId="9ce32dd838aadf05" providerId="LiveId" clId="{CF6F1689-8DF6-CD45-AEBB-F7F585841195}" dt="2023-11-21T06:04:59.448" v="987" actId="27614"/>
        <pc:sldMkLst>
          <pc:docMk/>
          <pc:sldMk cId="2603647362" sldId="273"/>
        </pc:sldMkLst>
      </pc:sldChg>
      <pc:sldChg chg="del">
        <pc:chgData name="Ludwing Cano" userId="9ce32dd838aadf05" providerId="LiveId" clId="{CF6F1689-8DF6-CD45-AEBB-F7F585841195}" dt="2023-11-21T05:52:52.355" v="414" actId="2696"/>
        <pc:sldMkLst>
          <pc:docMk/>
          <pc:sldMk cId="3853808694" sldId="273"/>
        </pc:sldMkLst>
      </pc:sldChg>
      <pc:sldChg chg="modSp add mod">
        <pc:chgData name="Ludwing Cano" userId="9ce32dd838aadf05" providerId="LiveId" clId="{CF6F1689-8DF6-CD45-AEBB-F7F585841195}" dt="2023-11-21T06:42:37.533" v="1381" actId="115"/>
        <pc:sldMkLst>
          <pc:docMk/>
          <pc:sldMk cId="2143797132" sldId="274"/>
        </pc:sldMkLst>
      </pc:sldChg>
      <pc:sldChg chg="del">
        <pc:chgData name="Ludwing Cano" userId="9ce32dd838aadf05" providerId="LiveId" clId="{CF6F1689-8DF6-CD45-AEBB-F7F585841195}" dt="2023-11-21T05:52:52.355" v="414" actId="2696"/>
        <pc:sldMkLst>
          <pc:docMk/>
          <pc:sldMk cId="2414172741" sldId="274"/>
        </pc:sldMkLst>
      </pc:sldChg>
      <pc:sldChg chg="addSp delSp modSp add mod replId">
        <pc:chgData name="Ludwing Cano" userId="9ce32dd838aadf05" providerId="LiveId" clId="{CF6F1689-8DF6-CD45-AEBB-F7F585841195}" dt="2023-11-21T06:19:48.481" v="1314" actId="15"/>
        <pc:sldMkLst>
          <pc:docMk/>
          <pc:sldMk cId="1544455898" sldId="275"/>
        </pc:sldMkLst>
      </pc:sldChg>
      <pc:sldChg chg="del">
        <pc:chgData name="Ludwing Cano" userId="9ce32dd838aadf05" providerId="LiveId" clId="{CF6F1689-8DF6-CD45-AEBB-F7F585841195}" dt="2023-11-21T05:52:52.355" v="414" actId="2696"/>
        <pc:sldMkLst>
          <pc:docMk/>
          <pc:sldMk cId="2714503867" sldId="275"/>
        </pc:sldMkLst>
      </pc:sldChg>
      <pc:sldChg chg="modSp add mod">
        <pc:chgData name="Ludwing Cano" userId="9ce32dd838aadf05" providerId="LiveId" clId="{CF6F1689-8DF6-CD45-AEBB-F7F585841195}" dt="2023-11-21T06:38:21.043" v="1322" actId="20577"/>
        <pc:sldMkLst>
          <pc:docMk/>
          <pc:sldMk cId="1938398704" sldId="276"/>
        </pc:sldMkLst>
      </pc:sldChg>
      <pc:sldChg chg="del">
        <pc:chgData name="Ludwing Cano" userId="9ce32dd838aadf05" providerId="LiveId" clId="{CF6F1689-8DF6-CD45-AEBB-F7F585841195}" dt="2023-11-21T05:52:52.355" v="414" actId="2696"/>
        <pc:sldMkLst>
          <pc:docMk/>
          <pc:sldMk cId="3303160653" sldId="276"/>
        </pc:sldMkLst>
      </pc:sldChg>
      <pc:sldChg chg="del">
        <pc:chgData name="Ludwing Cano" userId="9ce32dd838aadf05" providerId="LiveId" clId="{CF6F1689-8DF6-CD45-AEBB-F7F585841195}" dt="2023-11-21T05:52:52.355" v="414" actId="2696"/>
        <pc:sldMkLst>
          <pc:docMk/>
          <pc:sldMk cId="69773119" sldId="277"/>
        </pc:sldMkLst>
      </pc:sldChg>
      <pc:sldChg chg="addSp delSp modSp add del mod replId">
        <pc:chgData name="Ludwing Cano" userId="9ce32dd838aadf05" providerId="LiveId" clId="{CF6F1689-8DF6-CD45-AEBB-F7F585841195}" dt="2023-11-21T06:39:45.496" v="1355" actId="2696"/>
        <pc:sldMkLst>
          <pc:docMk/>
          <pc:sldMk cId="3463607774" sldId="277"/>
        </pc:sldMkLst>
      </pc:sldChg>
      <pc:sldChg chg="addSp delSp modSp add mod ord setBg delDesignElem">
        <pc:chgData name="Ludwing Cano" userId="9ce32dd838aadf05" providerId="LiveId" clId="{CF6F1689-8DF6-CD45-AEBB-F7F585841195}" dt="2023-11-21T06:41:34.220" v="1358" actId="20578"/>
        <pc:sldMkLst>
          <pc:docMk/>
          <pc:sldMk cId="366240877" sldId="278"/>
        </pc:sldMkLst>
      </pc:sldChg>
      <pc:sldChg chg="del">
        <pc:chgData name="Ludwing Cano" userId="9ce32dd838aadf05" providerId="LiveId" clId="{CF6F1689-8DF6-CD45-AEBB-F7F585841195}" dt="2023-11-21T05:52:52.355" v="414" actId="2696"/>
        <pc:sldMkLst>
          <pc:docMk/>
          <pc:sldMk cId="2311775419" sldId="278"/>
        </pc:sldMkLst>
      </pc:sldChg>
      <pc:sldChg chg="addSp delSp modSp add mod">
        <pc:chgData name="Ludwing Cano" userId="9ce32dd838aadf05" providerId="LiveId" clId="{CF6F1689-8DF6-CD45-AEBB-F7F585841195}" dt="2023-11-21T06:44:01.764" v="1417" actId="1076"/>
        <pc:sldMkLst>
          <pc:docMk/>
          <pc:sldMk cId="315447355" sldId="279"/>
        </pc:sldMkLst>
      </pc:sldChg>
      <pc:sldChg chg="del">
        <pc:chgData name="Ludwing Cano" userId="9ce32dd838aadf05" providerId="LiveId" clId="{CF6F1689-8DF6-CD45-AEBB-F7F585841195}" dt="2023-11-21T05:52:52.355" v="414" actId="2696"/>
        <pc:sldMkLst>
          <pc:docMk/>
          <pc:sldMk cId="4183357756" sldId="279"/>
        </pc:sldMkLst>
      </pc:sldChg>
      <pc:sldChg chg="modSp add mod">
        <pc:chgData name="Ludwing Cano" userId="9ce32dd838aadf05" providerId="LiveId" clId="{CF6F1689-8DF6-CD45-AEBB-F7F585841195}" dt="2023-11-21T06:41:40.216" v="1380" actId="20577"/>
        <pc:sldMkLst>
          <pc:docMk/>
          <pc:sldMk cId="3714699030" sldId="280"/>
        </pc:sldMkLst>
      </pc:sldChg>
      <pc:sldChg chg="addSp delSp modSp add mod">
        <pc:chgData name="Ludwing Cano" userId="9ce32dd838aadf05" providerId="LiveId" clId="{CF6F1689-8DF6-CD45-AEBB-F7F585841195}" dt="2023-11-21T06:48:03.209" v="1515" actId="113"/>
        <pc:sldMkLst>
          <pc:docMk/>
          <pc:sldMk cId="516531282" sldId="281"/>
        </pc:sldMkLst>
      </pc:sldChg>
      <pc:sldChg chg="del">
        <pc:chgData name="Ludwing Cano" userId="9ce32dd838aadf05" providerId="LiveId" clId="{CF6F1689-8DF6-CD45-AEBB-F7F585841195}" dt="2023-11-21T05:52:52.355" v="414" actId="2696"/>
        <pc:sldMkLst>
          <pc:docMk/>
          <pc:sldMk cId="3456554306" sldId="281"/>
        </pc:sldMkLst>
      </pc:sldChg>
      <pc:sldChg chg="del">
        <pc:chgData name="Ludwing Cano" userId="9ce32dd838aadf05" providerId="LiveId" clId="{CF6F1689-8DF6-CD45-AEBB-F7F585841195}" dt="2023-11-21T05:52:52.355" v="414" actId="2696"/>
        <pc:sldMkLst>
          <pc:docMk/>
          <pc:sldMk cId="1949228323" sldId="282"/>
        </pc:sldMkLst>
      </pc:sldChg>
      <pc:sldChg chg="addSp delSp modSp add mod setBg">
        <pc:chgData name="Ludwing Cano" userId="9ce32dd838aadf05" providerId="LiveId" clId="{CF6F1689-8DF6-CD45-AEBB-F7F585841195}" dt="2023-11-21T06:50:04.290" v="1563" actId="27614"/>
        <pc:sldMkLst>
          <pc:docMk/>
          <pc:sldMk cId="4252760916" sldId="282"/>
        </pc:sldMkLst>
      </pc:sldChg>
      <pc:sldChg chg="addSp delSp modSp add mod">
        <pc:chgData name="Ludwing Cano" userId="9ce32dd838aadf05" providerId="LiveId" clId="{CF6F1689-8DF6-CD45-AEBB-F7F585841195}" dt="2023-11-21T06:49:58.763" v="1561" actId="26606"/>
        <pc:sldMkLst>
          <pc:docMk/>
          <pc:sldMk cId="544666246" sldId="283"/>
        </pc:sldMkLst>
      </pc:sldChg>
      <pc:sldChg chg="del">
        <pc:chgData name="Ludwing Cano" userId="9ce32dd838aadf05" providerId="LiveId" clId="{CF6F1689-8DF6-CD45-AEBB-F7F585841195}" dt="2023-11-21T05:52:52.355" v="414" actId="2696"/>
        <pc:sldMkLst>
          <pc:docMk/>
          <pc:sldMk cId="1484862027" sldId="283"/>
        </pc:sldMkLst>
      </pc:sldChg>
      <pc:sldChg chg="del">
        <pc:chgData name="Ludwing Cano" userId="9ce32dd838aadf05" providerId="LiveId" clId="{CF6F1689-8DF6-CD45-AEBB-F7F585841195}" dt="2023-11-21T05:52:52.355" v="414" actId="2696"/>
        <pc:sldMkLst>
          <pc:docMk/>
          <pc:sldMk cId="2293002971" sldId="284"/>
        </pc:sldMkLst>
      </pc:sldChg>
      <pc:sldChg chg="addSp delSp modSp add mod">
        <pc:chgData name="Ludwing Cano" userId="9ce32dd838aadf05" providerId="LiveId" clId="{CF6F1689-8DF6-CD45-AEBB-F7F585841195}" dt="2023-11-21T06:49:55.725" v="1560" actId="26606"/>
        <pc:sldMkLst>
          <pc:docMk/>
          <pc:sldMk cId="3084179102" sldId="284"/>
        </pc:sldMkLst>
      </pc:sldChg>
      <pc:sldChg chg="del">
        <pc:chgData name="Ludwing Cano" userId="9ce32dd838aadf05" providerId="LiveId" clId="{CF6F1689-8DF6-CD45-AEBB-F7F585841195}" dt="2023-11-21T05:52:52.355" v="414" actId="2696"/>
        <pc:sldMkLst>
          <pc:docMk/>
          <pc:sldMk cId="3944628441" sldId="285"/>
        </pc:sldMkLst>
      </pc:sldChg>
      <pc:sldChg chg="addSp delSp modSp add mod">
        <pc:chgData name="Ludwing Cano" userId="9ce32dd838aadf05" providerId="LiveId" clId="{CF6F1689-8DF6-CD45-AEBB-F7F585841195}" dt="2023-11-21T06:50:35.196" v="1598" actId="20577"/>
        <pc:sldMkLst>
          <pc:docMk/>
          <pc:sldMk cId="4177130556" sldId="285"/>
        </pc:sldMkLst>
      </pc:sldChg>
      <pc:sldChg chg="del">
        <pc:chgData name="Ludwing Cano" userId="9ce32dd838aadf05" providerId="LiveId" clId="{CF6F1689-8DF6-CD45-AEBB-F7F585841195}" dt="2023-11-21T05:52:52.355" v="414" actId="2696"/>
        <pc:sldMkLst>
          <pc:docMk/>
          <pc:sldMk cId="2853499478" sldId="286"/>
        </pc:sldMkLst>
      </pc:sldChg>
      <pc:sldChg chg="addSp delSp modSp add mod">
        <pc:chgData name="Ludwing Cano" userId="9ce32dd838aadf05" providerId="LiveId" clId="{CF6F1689-8DF6-CD45-AEBB-F7F585841195}" dt="2023-11-21T06:51:10.776" v="1630" actId="26606"/>
        <pc:sldMkLst>
          <pc:docMk/>
          <pc:sldMk cId="3685914001" sldId="286"/>
        </pc:sldMkLst>
      </pc:sldChg>
      <pc:sldChg chg="addSp delSp modSp add mod">
        <pc:chgData name="Ludwing Cano" userId="9ce32dd838aadf05" providerId="LiveId" clId="{CF6F1689-8DF6-CD45-AEBB-F7F585841195}" dt="2023-11-21T06:51:37.522" v="1636" actId="962"/>
        <pc:sldMkLst>
          <pc:docMk/>
          <pc:sldMk cId="2192832081" sldId="287"/>
        </pc:sldMkLst>
      </pc:sldChg>
      <pc:sldChg chg="del">
        <pc:chgData name="Ludwing Cano" userId="9ce32dd838aadf05" providerId="LiveId" clId="{CF6F1689-8DF6-CD45-AEBB-F7F585841195}" dt="2023-11-21T05:52:52.355" v="414" actId="2696"/>
        <pc:sldMkLst>
          <pc:docMk/>
          <pc:sldMk cId="3758009909" sldId="287"/>
        </pc:sldMkLst>
      </pc:sldChg>
      <pc:sldChg chg="addSp delSp modSp add mod">
        <pc:chgData name="Ludwing Cano" userId="9ce32dd838aadf05" providerId="LiveId" clId="{CF6F1689-8DF6-CD45-AEBB-F7F585841195}" dt="2023-11-21T06:51:57.058" v="1640" actId="26606"/>
        <pc:sldMkLst>
          <pc:docMk/>
          <pc:sldMk cId="1409834431" sldId="288"/>
        </pc:sldMkLst>
      </pc:sldChg>
      <pc:sldChg chg="del">
        <pc:chgData name="Ludwing Cano" userId="9ce32dd838aadf05" providerId="LiveId" clId="{CF6F1689-8DF6-CD45-AEBB-F7F585841195}" dt="2023-11-21T05:52:52.355" v="414" actId="2696"/>
        <pc:sldMkLst>
          <pc:docMk/>
          <pc:sldMk cId="3776909443" sldId="288"/>
        </pc:sldMkLst>
      </pc:sldChg>
      <pc:sldChg chg="modSp add mod">
        <pc:chgData name="Ludwing Cano" userId="9ce32dd838aadf05" providerId="LiveId" clId="{CF6F1689-8DF6-CD45-AEBB-F7F585841195}" dt="2023-11-21T06:52:45.070" v="1650" actId="20577"/>
        <pc:sldMkLst>
          <pc:docMk/>
          <pc:sldMk cId="177808196" sldId="289"/>
        </pc:sldMkLst>
      </pc:sldChg>
      <pc:sldChg chg="del">
        <pc:chgData name="Ludwing Cano" userId="9ce32dd838aadf05" providerId="LiveId" clId="{CF6F1689-8DF6-CD45-AEBB-F7F585841195}" dt="2023-11-21T05:52:52.355" v="414" actId="2696"/>
        <pc:sldMkLst>
          <pc:docMk/>
          <pc:sldMk cId="2773247489" sldId="289"/>
        </pc:sldMkLst>
      </pc:sldChg>
      <pc:sldChg chg="addSp delSp modSp add mod replId setBg">
        <pc:chgData name="Ludwing Cano" userId="9ce32dd838aadf05" providerId="LiveId" clId="{CF6F1689-8DF6-CD45-AEBB-F7F585841195}" dt="2023-11-21T06:53:34.701" v="1673" actId="26606"/>
        <pc:sldMkLst>
          <pc:docMk/>
          <pc:sldMk cId="2127282166" sldId="290"/>
        </pc:sldMkLst>
      </pc:sldChg>
      <pc:sldChg chg="del">
        <pc:chgData name="Ludwing Cano" userId="9ce32dd838aadf05" providerId="LiveId" clId="{CF6F1689-8DF6-CD45-AEBB-F7F585841195}" dt="2023-11-21T05:52:52.355" v="414" actId="2696"/>
        <pc:sldMkLst>
          <pc:docMk/>
          <pc:sldMk cId="3215249677" sldId="290"/>
        </pc:sldMkLst>
      </pc:sldChg>
      <pc:sldChg chg="del">
        <pc:chgData name="Ludwing Cano" userId="9ce32dd838aadf05" providerId="LiveId" clId="{CF6F1689-8DF6-CD45-AEBB-F7F585841195}" dt="2023-11-21T05:52:52.355" v="414" actId="2696"/>
        <pc:sldMkLst>
          <pc:docMk/>
          <pc:sldMk cId="1333271691" sldId="291"/>
        </pc:sldMkLst>
      </pc:sldChg>
      <pc:sldChg chg="addSp delSp modSp add mod">
        <pc:chgData name="Ludwing Cano" userId="9ce32dd838aadf05" providerId="LiveId" clId="{CF6F1689-8DF6-CD45-AEBB-F7F585841195}" dt="2023-11-21T06:54:23.388" v="1681" actId="14100"/>
        <pc:sldMkLst>
          <pc:docMk/>
          <pc:sldMk cId="3858701671" sldId="291"/>
        </pc:sldMkLst>
      </pc:sldChg>
      <pc:sldChg chg="addSp delSp modSp add mod">
        <pc:chgData name="Ludwing Cano" userId="9ce32dd838aadf05" providerId="LiveId" clId="{CF6F1689-8DF6-CD45-AEBB-F7F585841195}" dt="2023-11-21T06:55:28.817" v="1687" actId="962"/>
        <pc:sldMkLst>
          <pc:docMk/>
          <pc:sldMk cId="564248774" sldId="292"/>
        </pc:sldMkLst>
      </pc:sldChg>
      <pc:sldChg chg="del">
        <pc:chgData name="Ludwing Cano" userId="9ce32dd838aadf05" providerId="LiveId" clId="{CF6F1689-8DF6-CD45-AEBB-F7F585841195}" dt="2023-11-21T05:52:52.355" v="414" actId="2696"/>
        <pc:sldMkLst>
          <pc:docMk/>
          <pc:sldMk cId="3004761537" sldId="292"/>
        </pc:sldMkLst>
      </pc:sldChg>
      <pc:sldChg chg="addSp delSp modSp add del mod">
        <pc:chgData name="Ludwing Cano" userId="9ce32dd838aadf05" providerId="LiveId" clId="{CF6F1689-8DF6-CD45-AEBB-F7F585841195}" dt="2023-11-21T07:04:00.275" v="1694" actId="2696"/>
        <pc:sldMkLst>
          <pc:docMk/>
          <pc:sldMk cId="462099333" sldId="293"/>
        </pc:sldMkLst>
      </pc:sldChg>
      <pc:sldChg chg="del">
        <pc:chgData name="Ludwing Cano" userId="9ce32dd838aadf05" providerId="LiveId" clId="{CF6F1689-8DF6-CD45-AEBB-F7F585841195}" dt="2023-11-21T05:52:52.355" v="414" actId="2696"/>
        <pc:sldMkLst>
          <pc:docMk/>
          <pc:sldMk cId="1661410618" sldId="293"/>
        </pc:sldMkLst>
      </pc:sldChg>
      <pc:sldChg chg="del">
        <pc:chgData name="Ludwing Cano" userId="9ce32dd838aadf05" providerId="LiveId" clId="{CF6F1689-8DF6-CD45-AEBB-F7F585841195}" dt="2023-11-21T05:52:52.355" v="414" actId="2696"/>
        <pc:sldMkLst>
          <pc:docMk/>
          <pc:sldMk cId="697550513" sldId="294"/>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_tradn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35240FE-5C71-874D-911E-2130948B5481}" type="datetimeFigureOut">
              <a:rPr lang="es-ES_tradnl" smtClean="0"/>
              <a:t>19/1/26</a:t>
            </a:fld>
            <a:endParaRPr lang="es-ES_tradn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_tradn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ES_tradn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_tradn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BA019F2-D5CF-0D4E-B74A-94E8012E73A1}" type="slidenum">
              <a:rPr lang="es-ES_tradnl" smtClean="0"/>
              <a:t>‹Nº›</a:t>
            </a:fld>
            <a:endParaRPr lang="es-ES_tradnl"/>
          </a:p>
        </p:txBody>
      </p:sp>
    </p:spTree>
    <p:extLst>
      <p:ext uri="{BB962C8B-B14F-4D97-AF65-F5344CB8AC3E}">
        <p14:creationId xmlns:p14="http://schemas.microsoft.com/office/powerpoint/2010/main" val="18807689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_tradnl" dirty="0"/>
          </a:p>
        </p:txBody>
      </p:sp>
      <p:sp>
        <p:nvSpPr>
          <p:cNvPr id="4" name="Slide Number Placeholder 3"/>
          <p:cNvSpPr>
            <a:spLocks noGrp="1"/>
          </p:cNvSpPr>
          <p:nvPr>
            <p:ph type="sldNum" sz="quarter" idx="5"/>
          </p:nvPr>
        </p:nvSpPr>
        <p:spPr/>
        <p:txBody>
          <a:bodyPr/>
          <a:lstStyle/>
          <a:p>
            <a:fld id="{FBA019F2-D5CF-0D4E-B74A-94E8012E73A1}" type="slidenum">
              <a:rPr lang="es-ES_tradnl" smtClean="0"/>
              <a:t>2</a:t>
            </a:fld>
            <a:endParaRPr lang="es-ES_tradnl"/>
          </a:p>
        </p:txBody>
      </p:sp>
    </p:spTree>
    <p:extLst>
      <p:ext uri="{BB962C8B-B14F-4D97-AF65-F5344CB8AC3E}">
        <p14:creationId xmlns:p14="http://schemas.microsoft.com/office/powerpoint/2010/main" val="18279008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B8136-4330-4480-80D9-0F6FD970617C}"/>
              </a:ext>
            </a:extLst>
          </p:cNvPr>
          <p:cNvSpPr>
            <a:spLocks noGrp="1"/>
          </p:cNvSpPr>
          <p:nvPr>
            <p:ph type="ctrTitle"/>
          </p:nvPr>
        </p:nvSpPr>
        <p:spPr>
          <a:xfrm>
            <a:off x="576072" y="1124712"/>
            <a:ext cx="11036808" cy="3172968"/>
          </a:xfrm>
        </p:spPr>
        <p:txBody>
          <a:bodyPr anchor="b">
            <a:normAutofit/>
          </a:bodyPr>
          <a:lstStyle>
            <a:lvl1pPr algn="l">
              <a:defRPr sz="8000"/>
            </a:lvl1pPr>
          </a:lstStyle>
          <a:p>
            <a:r>
              <a:rPr lang="en-US" dirty="0"/>
              <a:t>Click to edit Master title style</a:t>
            </a:r>
          </a:p>
        </p:txBody>
      </p:sp>
      <p:sp>
        <p:nvSpPr>
          <p:cNvPr id="3" name="Subtitle 2">
            <a:extLst>
              <a:ext uri="{FF2B5EF4-FFF2-40B4-BE49-F238E27FC236}">
                <a16:creationId xmlns:a16="http://schemas.microsoft.com/office/drawing/2014/main" id="{566E5739-DD96-45FB-B609-3E3447A52FED}"/>
              </a:ext>
            </a:extLst>
          </p:cNvPr>
          <p:cNvSpPr>
            <a:spLocks noGrp="1"/>
          </p:cNvSpPr>
          <p:nvPr>
            <p:ph type="subTitle" idx="1"/>
          </p:nvPr>
        </p:nvSpPr>
        <p:spPr>
          <a:xfrm>
            <a:off x="576072" y="4727448"/>
            <a:ext cx="11036808" cy="1481328"/>
          </a:xfrm>
        </p:spPr>
        <p:txBody>
          <a:bodyPr>
            <a:normAutofit/>
          </a:bodyPr>
          <a:lstStyle>
            <a:lvl1pPr marL="0" indent="0" algn="l">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1B9FF558-51F9-42A2-9944-DBE23DA8B224}"/>
              </a:ext>
            </a:extLst>
          </p:cNvPr>
          <p:cNvSpPr>
            <a:spLocks noGrp="1"/>
          </p:cNvSpPr>
          <p:nvPr>
            <p:ph type="dt" sz="half" idx="10"/>
          </p:nvPr>
        </p:nvSpPr>
        <p:spPr>
          <a:xfrm>
            <a:off x="576072" y="6356350"/>
            <a:ext cx="2743200" cy="365125"/>
          </a:xfrm>
        </p:spPr>
        <p:txBody>
          <a:bodyPr/>
          <a:lstStyle/>
          <a:p>
            <a:fld id="{02AC24A9-CCB6-4F8D-B8DB-C2F3692CFA5A}" type="datetimeFigureOut">
              <a:rPr lang="en-US" smtClean="0"/>
              <a:t>1/19/26</a:t>
            </a:fld>
            <a:endParaRPr lang="en-US" dirty="0"/>
          </a:p>
        </p:txBody>
      </p:sp>
      <p:sp>
        <p:nvSpPr>
          <p:cNvPr id="5" name="Footer Placeholder 4">
            <a:extLst>
              <a:ext uri="{FF2B5EF4-FFF2-40B4-BE49-F238E27FC236}">
                <a16:creationId xmlns:a16="http://schemas.microsoft.com/office/drawing/2014/main" id="{8B8C0E86-A7F7-4BDC-A637-254E5252DED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3D10ADE-E9DA-4E57-BF57-1CCB65219839}"/>
              </a:ext>
            </a:extLst>
          </p:cNvPr>
          <p:cNvSpPr>
            <a:spLocks noGrp="1"/>
          </p:cNvSpPr>
          <p:nvPr>
            <p:ph type="sldNum" sz="quarter" idx="12"/>
          </p:nvPr>
        </p:nvSpPr>
        <p:spPr>
          <a:xfrm>
            <a:off x="8869680" y="6356350"/>
            <a:ext cx="2743200" cy="365125"/>
          </a:xfrm>
        </p:spPr>
        <p:txBody>
          <a:bodyPr/>
          <a:lstStyle/>
          <a:p>
            <a:fld id="{B2DC25EE-239B-4C5F-AAD1-255A7D5F1EE2}" type="slidenum">
              <a:rPr lang="en-US" smtClean="0"/>
              <a:t>‹Nº›</a:t>
            </a:fld>
            <a:endParaRPr lang="en-US" dirty="0"/>
          </a:p>
        </p:txBody>
      </p:sp>
      <p:sp>
        <p:nvSpPr>
          <p:cNvPr id="8" name="Rectangle 7">
            <a:extLst>
              <a:ext uri="{FF2B5EF4-FFF2-40B4-BE49-F238E27FC236}">
                <a16:creationId xmlns:a16="http://schemas.microsoft.com/office/drawing/2014/main" id="{8D06CE56-3881-4ADA-8CEF-D18B02C242A3}"/>
              </a:ext>
            </a:extLst>
          </p:cNvPr>
          <p:cNvSpPr/>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79F3C543-62EC-4433-9C93-A2CD8764E9B4}"/>
              </a:ext>
            </a:extLst>
          </p:cNvPr>
          <p:cNvSpPr/>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43703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D6FBB9D-1CAA-4D05-AB33-BABDFE17B843}"/>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0" name="Rectangle 9">
            <a:extLst>
              <a:ext uri="{FF2B5EF4-FFF2-40B4-BE49-F238E27FC236}">
                <a16:creationId xmlns:a16="http://schemas.microsoft.com/office/drawing/2014/main" id="{04727B71-B4B6-4823-80A1-68C40B475118}"/>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79A6DB05-9FB5-4B07-8675-74C23D4FD89D}"/>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8D358CF-0758-490A-A084-C46443B9ABE8}"/>
              </a:ext>
            </a:extLst>
          </p:cNvPr>
          <p:cNvSpPr>
            <a:spLocks noGrp="1"/>
          </p:cNvSpPr>
          <p:nvPr>
            <p:ph type="title"/>
          </p:nvPr>
        </p:nvSpPr>
        <p:spPr>
          <a:xfrm>
            <a:off x="1115568" y="548640"/>
            <a:ext cx="10168128" cy="1179576"/>
          </a:xfrm>
        </p:spPr>
        <p:txBody>
          <a:bodyPr>
            <a:normAutofit/>
          </a:bodyPr>
          <a:lstStyle>
            <a:lvl1pPr>
              <a:defRPr sz="4000"/>
            </a:lvl1pPr>
          </a:lstStyle>
          <a:p>
            <a:r>
              <a:rPr lang="en-US" dirty="0"/>
              <a:t>Click to edit Master title style</a:t>
            </a:r>
          </a:p>
        </p:txBody>
      </p:sp>
      <p:sp>
        <p:nvSpPr>
          <p:cNvPr id="3" name="Content Placeholder 2">
            <a:extLst>
              <a:ext uri="{FF2B5EF4-FFF2-40B4-BE49-F238E27FC236}">
                <a16:creationId xmlns:a16="http://schemas.microsoft.com/office/drawing/2014/main" id="{21671183-B3CE-4F45-92FB-98290CA0E2CA}"/>
              </a:ext>
            </a:extLst>
          </p:cNvPr>
          <p:cNvSpPr>
            <a:spLocks noGrp="1"/>
          </p:cNvSpPr>
          <p:nvPr>
            <p:ph idx="1"/>
          </p:nvPr>
        </p:nvSpPr>
        <p:spPr>
          <a:xfrm>
            <a:off x="1115568" y="2478024"/>
            <a:ext cx="10168128" cy="36941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D7DED67-27EC-4D43-A21C-093C1DB04813}"/>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1/19/26</a:t>
            </a:fld>
            <a:endParaRPr lang="en-US"/>
          </a:p>
        </p:txBody>
      </p:sp>
      <p:sp>
        <p:nvSpPr>
          <p:cNvPr id="5" name="Footer Placeholder 4">
            <a:extLst>
              <a:ext uri="{FF2B5EF4-FFF2-40B4-BE49-F238E27FC236}">
                <a16:creationId xmlns:a16="http://schemas.microsoft.com/office/drawing/2014/main" id="{36747CE3-4890-4BC1-94DB-5D49D02C99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3C5AD3-D79A-4D46-B25B-822FE0252511}"/>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‹Nº›</a:t>
            </a:fld>
            <a:endParaRPr lang="en-US"/>
          </a:p>
        </p:txBody>
      </p:sp>
    </p:spTree>
    <p:extLst>
      <p:ext uri="{BB962C8B-B14F-4D97-AF65-F5344CB8AC3E}">
        <p14:creationId xmlns:p14="http://schemas.microsoft.com/office/powerpoint/2010/main" val="38667799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5AEDC5C-2E87-49C6-AB07-A95E5F39ED8E}"/>
              </a:ext>
            </a:extLst>
          </p:cNvPr>
          <p:cNvSpPr/>
          <p:nvPr/>
        </p:nvSpPr>
        <p:spPr>
          <a:xfrm>
            <a:off x="558210" y="4981421"/>
            <a:ext cx="11134956" cy="822960"/>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A57D88DE-E462-4C8A-BF99-609390DFB781}"/>
              </a:ext>
            </a:extLst>
          </p:cNvPr>
          <p:cNvSpPr/>
          <p:nvPr/>
        </p:nvSpPr>
        <p:spPr>
          <a:xfrm>
            <a:off x="498834" y="5118581"/>
            <a:ext cx="146304"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8E44900-E8BF-4B12-8BCB-41076E2B68C7}"/>
              </a:ext>
            </a:extLst>
          </p:cNvPr>
          <p:cNvSpPr>
            <a:spLocks noGrp="1"/>
          </p:cNvSpPr>
          <p:nvPr>
            <p:ph type="title"/>
          </p:nvPr>
        </p:nvSpPr>
        <p:spPr>
          <a:xfrm>
            <a:off x="557784" y="640080"/>
            <a:ext cx="10890504" cy="4114800"/>
          </a:xfrm>
        </p:spPr>
        <p:txBody>
          <a:bodyPr anchor="b">
            <a:normAutofit/>
          </a:bodyPr>
          <a:lstStyle>
            <a:lvl1pPr>
              <a:defRPr sz="6600"/>
            </a:lvl1pPr>
          </a:lstStyle>
          <a:p>
            <a:r>
              <a:rPr lang="en-US" dirty="0"/>
              <a:t>Click to edit Master title style</a:t>
            </a:r>
          </a:p>
        </p:txBody>
      </p:sp>
      <p:sp>
        <p:nvSpPr>
          <p:cNvPr id="3" name="Text Placeholder 2">
            <a:extLst>
              <a:ext uri="{FF2B5EF4-FFF2-40B4-BE49-F238E27FC236}">
                <a16:creationId xmlns:a16="http://schemas.microsoft.com/office/drawing/2014/main" id="{917741F9-B00F-4463-A257-6B66DABD9B4E}"/>
              </a:ext>
            </a:extLst>
          </p:cNvPr>
          <p:cNvSpPr>
            <a:spLocks noGrp="1"/>
          </p:cNvSpPr>
          <p:nvPr>
            <p:ph type="body" idx="1"/>
          </p:nvPr>
        </p:nvSpPr>
        <p:spPr>
          <a:xfrm>
            <a:off x="841248" y="5102352"/>
            <a:ext cx="10607040" cy="585216"/>
          </a:xfrm>
        </p:spPr>
        <p:txBody>
          <a:bodyPr anchor="ct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D48BFA7D-4401-4285-802B-1579165F0D6D}"/>
              </a:ext>
            </a:extLst>
          </p:cNvPr>
          <p:cNvSpPr>
            <a:spLocks noGrp="1"/>
          </p:cNvSpPr>
          <p:nvPr>
            <p:ph type="dt" sz="half" idx="10"/>
          </p:nvPr>
        </p:nvSpPr>
        <p:spPr/>
        <p:txBody>
          <a:bodyPr/>
          <a:lstStyle/>
          <a:p>
            <a:fld id="{02AC24A9-CCB6-4F8D-B8DB-C2F3692CFA5A}" type="datetimeFigureOut">
              <a:rPr lang="en-US" smtClean="0"/>
              <a:t>1/19/26</a:t>
            </a:fld>
            <a:endParaRPr lang="en-US"/>
          </a:p>
        </p:txBody>
      </p:sp>
      <p:sp>
        <p:nvSpPr>
          <p:cNvPr id="5" name="Footer Placeholder 4">
            <a:extLst>
              <a:ext uri="{FF2B5EF4-FFF2-40B4-BE49-F238E27FC236}">
                <a16:creationId xmlns:a16="http://schemas.microsoft.com/office/drawing/2014/main" id="{49A909C5-AA19-4195-8376-9002D5DF46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AC3F32-46E0-47C8-8565-5969A475FDB0}"/>
              </a:ext>
            </a:extLst>
          </p:cNvPr>
          <p:cNvSpPr>
            <a:spLocks noGrp="1"/>
          </p:cNvSpPr>
          <p:nvPr>
            <p:ph type="sldNum" sz="quarter" idx="12"/>
          </p:nvPr>
        </p:nvSpPr>
        <p:spPr/>
        <p:txBody>
          <a:bodyPr/>
          <a:lstStyle/>
          <a:p>
            <a:fld id="{B2DC25EE-239B-4C5F-AAD1-255A7D5F1EE2}" type="slidenum">
              <a:rPr lang="en-US" smtClean="0"/>
              <a:t>‹Nº›</a:t>
            </a:fld>
            <a:endParaRPr lang="en-US"/>
          </a:p>
        </p:txBody>
      </p:sp>
    </p:spTree>
    <p:extLst>
      <p:ext uri="{BB962C8B-B14F-4D97-AF65-F5344CB8AC3E}">
        <p14:creationId xmlns:p14="http://schemas.microsoft.com/office/powerpoint/2010/main" val="32952269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076262E-36A0-40C6-ADE6-90CD9FB9B9EA}"/>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1" name="Rectangle 10">
            <a:extLst>
              <a:ext uri="{FF2B5EF4-FFF2-40B4-BE49-F238E27FC236}">
                <a16:creationId xmlns:a16="http://schemas.microsoft.com/office/drawing/2014/main" id="{42677A9B-4D1D-4D80-912C-24570140A650}"/>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03DC8C98-510F-48C9-82B2-9E4F760A68DF}"/>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7A078AE-0BC3-48F9-87EC-2DB0CCE7E2AE}"/>
              </a:ext>
            </a:extLst>
          </p:cNvPr>
          <p:cNvSpPr>
            <a:spLocks noGrp="1"/>
          </p:cNvSpPr>
          <p:nvPr>
            <p:ph type="title"/>
          </p:nvPr>
        </p:nvSpPr>
        <p:spPr>
          <a:xfrm>
            <a:off x="1115568" y="548640"/>
            <a:ext cx="10168128" cy="1179576"/>
          </a:xfrm>
        </p:spPr>
        <p:txBody>
          <a:bodyPr>
            <a:normAutofit/>
          </a:bodyPr>
          <a:lstStyle>
            <a:lvl1pPr>
              <a:defRPr sz="4000"/>
            </a:lvl1pPr>
          </a:lstStyle>
          <a:p>
            <a:r>
              <a:rPr lang="en-US" dirty="0"/>
              <a:t>Click to edit Master title style</a:t>
            </a:r>
          </a:p>
        </p:txBody>
      </p:sp>
      <p:sp>
        <p:nvSpPr>
          <p:cNvPr id="3" name="Content Placeholder 2">
            <a:extLst>
              <a:ext uri="{FF2B5EF4-FFF2-40B4-BE49-F238E27FC236}">
                <a16:creationId xmlns:a16="http://schemas.microsoft.com/office/drawing/2014/main" id="{292A20DF-0829-4336-B59F-FF9D7AA9D8B6}"/>
              </a:ext>
            </a:extLst>
          </p:cNvPr>
          <p:cNvSpPr>
            <a:spLocks noGrp="1"/>
          </p:cNvSpPr>
          <p:nvPr>
            <p:ph sz="half" idx="1"/>
          </p:nvPr>
        </p:nvSpPr>
        <p:spPr>
          <a:xfrm>
            <a:off x="1115568" y="2478024"/>
            <a:ext cx="4937760" cy="36941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7935D01C-CF67-4DF6-B96C-FFC9D5BF847B}"/>
              </a:ext>
            </a:extLst>
          </p:cNvPr>
          <p:cNvSpPr>
            <a:spLocks noGrp="1"/>
          </p:cNvSpPr>
          <p:nvPr>
            <p:ph sz="half" idx="2"/>
          </p:nvPr>
        </p:nvSpPr>
        <p:spPr>
          <a:xfrm>
            <a:off x="6345936" y="2478024"/>
            <a:ext cx="4937760" cy="36941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29BBD797-6031-4F82-8726-EAB757027FF5}"/>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1/19/26</a:t>
            </a:fld>
            <a:endParaRPr lang="en-US"/>
          </a:p>
        </p:txBody>
      </p:sp>
      <p:sp>
        <p:nvSpPr>
          <p:cNvPr id="6" name="Footer Placeholder 5">
            <a:extLst>
              <a:ext uri="{FF2B5EF4-FFF2-40B4-BE49-F238E27FC236}">
                <a16:creationId xmlns:a16="http://schemas.microsoft.com/office/drawing/2014/main" id="{76B3F71C-B897-4909-A75E-8716AD49C1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F78BC14-5BB1-405F-A6F3-C07230F085C8}"/>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‹Nº›</a:t>
            </a:fld>
            <a:endParaRPr lang="en-US"/>
          </a:p>
        </p:txBody>
      </p:sp>
    </p:spTree>
    <p:extLst>
      <p:ext uri="{BB962C8B-B14F-4D97-AF65-F5344CB8AC3E}">
        <p14:creationId xmlns:p14="http://schemas.microsoft.com/office/powerpoint/2010/main" val="35286470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6B671BDE-E45C-41A1-9B98-4A607D703855}"/>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Rectangle 12">
            <a:extLst>
              <a:ext uri="{FF2B5EF4-FFF2-40B4-BE49-F238E27FC236}">
                <a16:creationId xmlns:a16="http://schemas.microsoft.com/office/drawing/2014/main" id="{299500CE-917A-4D03-A7DF-71D8EBBC1537}"/>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C3D0D377-28B0-417D-886B-9483AF064975}"/>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F8F91F8-0767-40B5-A3AA-72931FC192EA}"/>
              </a:ext>
            </a:extLst>
          </p:cNvPr>
          <p:cNvSpPr>
            <a:spLocks noGrp="1"/>
          </p:cNvSpPr>
          <p:nvPr>
            <p:ph type="title"/>
          </p:nvPr>
        </p:nvSpPr>
        <p:spPr>
          <a:xfrm>
            <a:off x="1115568" y="548640"/>
            <a:ext cx="10168128" cy="1179576"/>
          </a:xfrm>
        </p:spPr>
        <p:txBody>
          <a:bodyPr>
            <a:normAutofit/>
          </a:bodyPr>
          <a:lstStyle>
            <a:lvl1pPr>
              <a:defRPr sz="4000"/>
            </a:lvl1pPr>
          </a:lstStyle>
          <a:p>
            <a:r>
              <a:rPr lang="en-US" dirty="0"/>
              <a:t>Click to edit Master title style</a:t>
            </a:r>
          </a:p>
        </p:txBody>
      </p:sp>
      <p:sp>
        <p:nvSpPr>
          <p:cNvPr id="3" name="Text Placeholder 2">
            <a:extLst>
              <a:ext uri="{FF2B5EF4-FFF2-40B4-BE49-F238E27FC236}">
                <a16:creationId xmlns:a16="http://schemas.microsoft.com/office/drawing/2014/main" id="{AAAE0554-8BEE-4BF6-9519-51B8475D35E1}"/>
              </a:ext>
            </a:extLst>
          </p:cNvPr>
          <p:cNvSpPr>
            <a:spLocks noGrp="1"/>
          </p:cNvSpPr>
          <p:nvPr>
            <p:ph type="body" idx="1"/>
          </p:nvPr>
        </p:nvSpPr>
        <p:spPr>
          <a:xfrm>
            <a:off x="1115568"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FD4A358D-C930-48E0-B372-06A826B74C47}"/>
              </a:ext>
            </a:extLst>
          </p:cNvPr>
          <p:cNvSpPr>
            <a:spLocks noGrp="1"/>
          </p:cNvSpPr>
          <p:nvPr>
            <p:ph sz="half" idx="2"/>
          </p:nvPr>
        </p:nvSpPr>
        <p:spPr>
          <a:xfrm>
            <a:off x="1115568" y="3203688"/>
            <a:ext cx="4937760" cy="2968512"/>
          </a:xfrm>
        </p:spPr>
        <p:txBody>
          <a:bodyPr/>
          <a:lstStyle>
            <a:lvl1pPr>
              <a:defRPr sz="2400"/>
            </a:lvl1pPr>
            <a:lvl2pPr>
              <a:defRPr sz="2000"/>
            </a:lvl2pPr>
            <a:lvl3pPr>
              <a:defRPr sz="1800"/>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83B6615E-4966-4150-83B6-C47591B36383}"/>
              </a:ext>
            </a:extLst>
          </p:cNvPr>
          <p:cNvSpPr>
            <a:spLocks noGrp="1"/>
          </p:cNvSpPr>
          <p:nvPr>
            <p:ph type="body" sz="quarter" idx="3"/>
          </p:nvPr>
        </p:nvSpPr>
        <p:spPr>
          <a:xfrm>
            <a:off x="6345936"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BD409F6B-C17B-4B4F-9F35-5068BDC4E2FD}"/>
              </a:ext>
            </a:extLst>
          </p:cNvPr>
          <p:cNvSpPr>
            <a:spLocks noGrp="1"/>
          </p:cNvSpPr>
          <p:nvPr>
            <p:ph sz="quarter" idx="4"/>
          </p:nvPr>
        </p:nvSpPr>
        <p:spPr>
          <a:xfrm>
            <a:off x="6345936" y="3203687"/>
            <a:ext cx="4937760" cy="2968511"/>
          </a:xfrm>
        </p:spPr>
        <p:txBody>
          <a:bodyPr/>
          <a:lstStyle>
            <a:lvl1pPr>
              <a:defRPr sz="2400"/>
            </a:lvl1pPr>
            <a:lvl2pPr>
              <a:defRPr sz="2000"/>
            </a:lvl2pPr>
            <a:lvl3pPr>
              <a:defRPr sz="1800"/>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C8BC356D-052B-4A9B-8B2F-6665FD325AB3}"/>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1/19/26</a:t>
            </a:fld>
            <a:endParaRPr lang="en-US"/>
          </a:p>
        </p:txBody>
      </p:sp>
      <p:sp>
        <p:nvSpPr>
          <p:cNvPr id="8" name="Footer Placeholder 7">
            <a:extLst>
              <a:ext uri="{FF2B5EF4-FFF2-40B4-BE49-F238E27FC236}">
                <a16:creationId xmlns:a16="http://schemas.microsoft.com/office/drawing/2014/main" id="{69C5E5FA-26A9-467C-93E3-8476142D1D4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279E50C-1E40-4B48-871B-E392428D20A3}"/>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‹Nº›</a:t>
            </a:fld>
            <a:endParaRPr lang="en-US"/>
          </a:p>
        </p:txBody>
      </p:sp>
    </p:spTree>
    <p:extLst>
      <p:ext uri="{BB962C8B-B14F-4D97-AF65-F5344CB8AC3E}">
        <p14:creationId xmlns:p14="http://schemas.microsoft.com/office/powerpoint/2010/main" val="30543159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8C0689C4-0DB3-408B-A956-40326B4AE4C4}"/>
              </a:ext>
            </a:extLst>
          </p:cNvPr>
          <p:cNvSpPr/>
          <p:nvPr/>
        </p:nvSpPr>
        <p:spPr>
          <a:xfrm>
            <a:off x="665853" y="1533525"/>
            <a:ext cx="10917063" cy="3790950"/>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id="{56E1D10E-1C30-41BF-8C3B-C460C9B5597B}"/>
              </a:ext>
            </a:extLst>
          </p:cNvPr>
          <p:cNvSpPr/>
          <p:nvPr/>
        </p:nvSpPr>
        <p:spPr>
          <a:xfrm>
            <a:off x="609084" y="2971798"/>
            <a:ext cx="128016" cy="914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79454F2-0EE5-4888-AF4C-82F825E6226E}"/>
              </a:ext>
            </a:extLst>
          </p:cNvPr>
          <p:cNvSpPr>
            <a:spLocks noGrp="1"/>
          </p:cNvSpPr>
          <p:nvPr>
            <p:ph type="title"/>
          </p:nvPr>
        </p:nvSpPr>
        <p:spPr>
          <a:xfrm>
            <a:off x="1078992" y="1938528"/>
            <a:ext cx="10177272" cy="2990088"/>
          </a:xfrm>
        </p:spPr>
        <p:txBody>
          <a:bodyPr>
            <a:normAutofit/>
          </a:bodyPr>
          <a:lstStyle>
            <a:lvl1pPr>
              <a:defRPr sz="5400"/>
            </a:lvl1pPr>
          </a:lstStyle>
          <a:p>
            <a:r>
              <a:rPr lang="en-US" dirty="0"/>
              <a:t>Click to edit Master title style</a:t>
            </a:r>
          </a:p>
        </p:txBody>
      </p:sp>
      <p:sp>
        <p:nvSpPr>
          <p:cNvPr id="3" name="Date Placeholder 2">
            <a:extLst>
              <a:ext uri="{FF2B5EF4-FFF2-40B4-BE49-F238E27FC236}">
                <a16:creationId xmlns:a16="http://schemas.microsoft.com/office/drawing/2014/main" id="{67C91241-A315-4643-91E5-CF2C25CC903A}"/>
              </a:ext>
            </a:extLst>
          </p:cNvPr>
          <p:cNvSpPr>
            <a:spLocks noGrp="1"/>
          </p:cNvSpPr>
          <p:nvPr>
            <p:ph type="dt" sz="half" idx="10"/>
          </p:nvPr>
        </p:nvSpPr>
        <p:spPr/>
        <p:txBody>
          <a:bodyPr/>
          <a:lstStyle/>
          <a:p>
            <a:fld id="{02AC24A9-CCB6-4F8D-B8DB-C2F3692CFA5A}" type="datetimeFigureOut">
              <a:rPr lang="en-US" smtClean="0"/>
              <a:t>1/19/26</a:t>
            </a:fld>
            <a:endParaRPr lang="en-US"/>
          </a:p>
        </p:txBody>
      </p:sp>
      <p:sp>
        <p:nvSpPr>
          <p:cNvPr id="4" name="Footer Placeholder 3">
            <a:extLst>
              <a:ext uri="{FF2B5EF4-FFF2-40B4-BE49-F238E27FC236}">
                <a16:creationId xmlns:a16="http://schemas.microsoft.com/office/drawing/2014/main" id="{22706D86-5479-487D-94C8-76093D84F37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7739411-CED6-43D4-868D-A65C4161A72B}"/>
              </a:ext>
            </a:extLst>
          </p:cNvPr>
          <p:cNvSpPr>
            <a:spLocks noGrp="1"/>
          </p:cNvSpPr>
          <p:nvPr>
            <p:ph type="sldNum" sz="quarter" idx="12"/>
          </p:nvPr>
        </p:nvSpPr>
        <p:spPr/>
        <p:txBody>
          <a:bodyPr/>
          <a:lstStyle/>
          <a:p>
            <a:fld id="{B2DC25EE-239B-4C5F-AAD1-255A7D5F1EE2}" type="slidenum">
              <a:rPr lang="en-US" smtClean="0"/>
              <a:t>‹Nº›</a:t>
            </a:fld>
            <a:endParaRPr lang="en-US"/>
          </a:p>
        </p:txBody>
      </p:sp>
    </p:spTree>
    <p:extLst>
      <p:ext uri="{BB962C8B-B14F-4D97-AF65-F5344CB8AC3E}">
        <p14:creationId xmlns:p14="http://schemas.microsoft.com/office/powerpoint/2010/main" val="23480623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C447E0-1D4D-4EF2-B81B-4B2400EE3EDB}"/>
              </a:ext>
            </a:extLst>
          </p:cNvPr>
          <p:cNvSpPr>
            <a:spLocks noGrp="1"/>
          </p:cNvSpPr>
          <p:nvPr>
            <p:ph type="dt" sz="half" idx="10"/>
          </p:nvPr>
        </p:nvSpPr>
        <p:spPr/>
        <p:txBody>
          <a:bodyPr/>
          <a:lstStyle/>
          <a:p>
            <a:fld id="{02AC24A9-CCB6-4F8D-B8DB-C2F3692CFA5A}" type="datetimeFigureOut">
              <a:rPr lang="en-US" smtClean="0"/>
              <a:t>1/19/26</a:t>
            </a:fld>
            <a:endParaRPr lang="en-US"/>
          </a:p>
        </p:txBody>
      </p:sp>
      <p:sp>
        <p:nvSpPr>
          <p:cNvPr id="3" name="Footer Placeholder 2">
            <a:extLst>
              <a:ext uri="{FF2B5EF4-FFF2-40B4-BE49-F238E27FC236}">
                <a16:creationId xmlns:a16="http://schemas.microsoft.com/office/drawing/2014/main" id="{C9984CA0-2A78-4600-9F3D-19B09E790FE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8440955-B18E-49D3-AE7B-B331200E34C5}"/>
              </a:ext>
            </a:extLst>
          </p:cNvPr>
          <p:cNvSpPr>
            <a:spLocks noGrp="1"/>
          </p:cNvSpPr>
          <p:nvPr>
            <p:ph type="sldNum" sz="quarter" idx="12"/>
          </p:nvPr>
        </p:nvSpPr>
        <p:spPr/>
        <p:txBody>
          <a:bodyPr/>
          <a:lstStyle/>
          <a:p>
            <a:fld id="{B2DC25EE-239B-4C5F-AAD1-255A7D5F1EE2}" type="slidenum">
              <a:rPr lang="en-US" smtClean="0"/>
              <a:t>‹Nº›</a:t>
            </a:fld>
            <a:endParaRPr lang="en-US"/>
          </a:p>
        </p:txBody>
      </p:sp>
    </p:spTree>
    <p:extLst>
      <p:ext uri="{BB962C8B-B14F-4D97-AF65-F5344CB8AC3E}">
        <p14:creationId xmlns:p14="http://schemas.microsoft.com/office/powerpoint/2010/main" val="27828569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FA417FE-CD1A-486F-A4AC-E4000A2FB18E}"/>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1318F0F5-812B-472C-9408-B80F2553F5E0}"/>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F7751B-CD8F-4F5B-A903-1DCE5D1E8306}"/>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dirty="0"/>
              <a:t>Click to edit Master title style</a:t>
            </a:r>
          </a:p>
        </p:txBody>
      </p:sp>
      <p:sp>
        <p:nvSpPr>
          <p:cNvPr id="3" name="Content Placeholder 2">
            <a:extLst>
              <a:ext uri="{FF2B5EF4-FFF2-40B4-BE49-F238E27FC236}">
                <a16:creationId xmlns:a16="http://schemas.microsoft.com/office/drawing/2014/main" id="{EFA55C8A-A0BB-441D-976F-EB56D4382DB6}"/>
              </a:ext>
            </a:extLst>
          </p:cNvPr>
          <p:cNvSpPr>
            <a:spLocks noGrp="1"/>
          </p:cNvSpPr>
          <p:nvPr>
            <p:ph idx="1"/>
          </p:nvPr>
        </p:nvSpPr>
        <p:spPr>
          <a:xfrm>
            <a:off x="4965192" y="1709928"/>
            <a:ext cx="6729984" cy="4096512"/>
          </a:xfrm>
        </p:spPr>
        <p:txBody>
          <a:bodyPr/>
          <a:lstStyle>
            <a:lvl1pPr>
              <a:defRPr sz="2800"/>
            </a:lvl1pPr>
            <a:lvl2pPr>
              <a:defRPr sz="24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37DE6A51-A2E5-4BFA-B571-9FDFE1BBFB44}"/>
              </a:ext>
            </a:extLst>
          </p:cNvPr>
          <p:cNvSpPr>
            <a:spLocks noGrp="1"/>
          </p:cNvSpPr>
          <p:nvPr>
            <p:ph type="body" sz="half" idx="2"/>
          </p:nvPr>
        </p:nvSpPr>
        <p:spPr>
          <a:xfrm>
            <a:off x="868680" y="3429000"/>
            <a:ext cx="3099816" cy="2066544"/>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3D92778A-DD4C-4651-9C53-8B0C44CD8805}"/>
              </a:ext>
            </a:extLst>
          </p:cNvPr>
          <p:cNvSpPr>
            <a:spLocks noGrp="1"/>
          </p:cNvSpPr>
          <p:nvPr>
            <p:ph type="dt" sz="half" idx="10"/>
          </p:nvPr>
        </p:nvSpPr>
        <p:spPr>
          <a:xfrm>
            <a:off x="868680" y="6356350"/>
            <a:ext cx="2743200" cy="365125"/>
          </a:xfrm>
        </p:spPr>
        <p:txBody>
          <a:bodyPr/>
          <a:lstStyle/>
          <a:p>
            <a:fld id="{02AC24A9-CCB6-4F8D-B8DB-C2F3692CFA5A}" type="datetimeFigureOut">
              <a:rPr lang="en-US" smtClean="0"/>
              <a:t>1/19/26</a:t>
            </a:fld>
            <a:endParaRPr lang="en-US" dirty="0"/>
          </a:p>
        </p:txBody>
      </p:sp>
      <p:sp>
        <p:nvSpPr>
          <p:cNvPr id="6" name="Footer Placeholder 5">
            <a:extLst>
              <a:ext uri="{FF2B5EF4-FFF2-40B4-BE49-F238E27FC236}">
                <a16:creationId xmlns:a16="http://schemas.microsoft.com/office/drawing/2014/main" id="{9D6C7F66-2DFA-4146-BE1A-CE2890FE45E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285D185-B1B6-4D62-81BE-BE82C80ACA6C}"/>
              </a:ext>
            </a:extLst>
          </p:cNvPr>
          <p:cNvSpPr>
            <a:spLocks noGrp="1"/>
          </p:cNvSpPr>
          <p:nvPr>
            <p:ph type="sldNum" sz="quarter" idx="12"/>
          </p:nvPr>
        </p:nvSpPr>
        <p:spPr/>
        <p:txBody>
          <a:bodyPr/>
          <a:lstStyle/>
          <a:p>
            <a:fld id="{B2DC25EE-239B-4C5F-AAD1-255A7D5F1EE2}" type="slidenum">
              <a:rPr lang="en-US" smtClean="0"/>
              <a:t>‹Nº›</a:t>
            </a:fld>
            <a:endParaRPr lang="en-US"/>
          </a:p>
        </p:txBody>
      </p:sp>
    </p:spTree>
    <p:extLst>
      <p:ext uri="{BB962C8B-B14F-4D97-AF65-F5344CB8AC3E}">
        <p14:creationId xmlns:p14="http://schemas.microsoft.com/office/powerpoint/2010/main" val="36381625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68B77B5-211C-456E-B79F-306CC3619347}"/>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3B63C338-194D-4F23-ABEC-60A7EA96F302}"/>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0C04DCC-0E3E-4F05-9FAC-9FA6CA4B2BAE}"/>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dirty="0"/>
              <a:t>Click to edit Master title style</a:t>
            </a:r>
          </a:p>
        </p:txBody>
      </p:sp>
      <p:sp>
        <p:nvSpPr>
          <p:cNvPr id="3" name="Picture Placeholder 2">
            <a:extLst>
              <a:ext uri="{FF2B5EF4-FFF2-40B4-BE49-F238E27FC236}">
                <a16:creationId xmlns:a16="http://schemas.microsoft.com/office/drawing/2014/main" id="{EBA29649-B19F-499E-8E9A-3577EAC8F031}"/>
              </a:ext>
            </a:extLst>
          </p:cNvPr>
          <p:cNvSpPr>
            <a:spLocks noGrp="1"/>
          </p:cNvSpPr>
          <p:nvPr>
            <p:ph type="pic" idx="1"/>
          </p:nvPr>
        </p:nvSpPr>
        <p:spPr>
          <a:xfrm>
            <a:off x="4965192" y="1161288"/>
            <a:ext cx="6729984" cy="4645152"/>
          </a:xfrm>
        </p:spPr>
        <p:txBody>
          <a:bodyPr>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a:extLst>
              <a:ext uri="{FF2B5EF4-FFF2-40B4-BE49-F238E27FC236}">
                <a16:creationId xmlns:a16="http://schemas.microsoft.com/office/drawing/2014/main" id="{1BC9EF2E-A8CD-41A1-B11A-0D8842797A98}"/>
              </a:ext>
            </a:extLst>
          </p:cNvPr>
          <p:cNvSpPr>
            <a:spLocks noGrp="1"/>
          </p:cNvSpPr>
          <p:nvPr>
            <p:ph type="body" sz="half" idx="2"/>
          </p:nvPr>
        </p:nvSpPr>
        <p:spPr>
          <a:xfrm>
            <a:off x="868680" y="3438144"/>
            <a:ext cx="3099816" cy="2057400"/>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B44257B5-0DE0-401F-9171-E8687A97DBA7}"/>
              </a:ext>
            </a:extLst>
          </p:cNvPr>
          <p:cNvSpPr>
            <a:spLocks noGrp="1"/>
          </p:cNvSpPr>
          <p:nvPr>
            <p:ph type="dt" sz="half" idx="10"/>
          </p:nvPr>
        </p:nvSpPr>
        <p:spPr>
          <a:xfrm>
            <a:off x="868680" y="6356350"/>
            <a:ext cx="2743200" cy="365125"/>
          </a:xfrm>
        </p:spPr>
        <p:txBody>
          <a:bodyPr/>
          <a:lstStyle/>
          <a:p>
            <a:fld id="{02AC24A9-CCB6-4F8D-B8DB-C2F3692CFA5A}" type="datetimeFigureOut">
              <a:rPr lang="en-US" smtClean="0"/>
              <a:t>1/19/26</a:t>
            </a:fld>
            <a:endParaRPr lang="en-US"/>
          </a:p>
        </p:txBody>
      </p:sp>
      <p:sp>
        <p:nvSpPr>
          <p:cNvPr id="6" name="Footer Placeholder 5">
            <a:extLst>
              <a:ext uri="{FF2B5EF4-FFF2-40B4-BE49-F238E27FC236}">
                <a16:creationId xmlns:a16="http://schemas.microsoft.com/office/drawing/2014/main" id="{788CD9AD-D667-4FD4-AA34-428AA0BCD09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8770FB6-F273-4BA6-8B97-9835AC537871}"/>
              </a:ext>
            </a:extLst>
          </p:cNvPr>
          <p:cNvSpPr>
            <a:spLocks noGrp="1"/>
          </p:cNvSpPr>
          <p:nvPr>
            <p:ph type="sldNum" sz="quarter" idx="12"/>
          </p:nvPr>
        </p:nvSpPr>
        <p:spPr/>
        <p:txBody>
          <a:bodyPr/>
          <a:lstStyle/>
          <a:p>
            <a:fld id="{B2DC25EE-239B-4C5F-AAD1-255A7D5F1EE2}" type="slidenum">
              <a:rPr lang="en-US" smtClean="0"/>
              <a:t>‹Nº›</a:t>
            </a:fld>
            <a:endParaRPr lang="en-US"/>
          </a:p>
        </p:txBody>
      </p:sp>
    </p:spTree>
    <p:extLst>
      <p:ext uri="{BB962C8B-B14F-4D97-AF65-F5344CB8AC3E}">
        <p14:creationId xmlns:p14="http://schemas.microsoft.com/office/powerpoint/2010/main" val="16071156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32C18-E430-4EC7-BD7C-99D86D012231}"/>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8FC5012F-7119-4D94-9717-3862E1C9384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9ED9A4A-D287-4207-9037-70DB007A1707}"/>
              </a:ext>
            </a:extLst>
          </p:cNvPr>
          <p:cNvSpPr>
            <a:spLocks noGrp="1"/>
          </p:cNvSpPr>
          <p:nvPr>
            <p:ph type="dt" sz="half" idx="10"/>
          </p:nvPr>
        </p:nvSpPr>
        <p:spPr/>
        <p:txBody>
          <a:bodyPr/>
          <a:lstStyle/>
          <a:p>
            <a:fld id="{02AC24A9-CCB6-4F8D-B8DB-C2F3692CFA5A}" type="datetimeFigureOut">
              <a:rPr lang="en-US" smtClean="0"/>
              <a:t>1/19/26</a:t>
            </a:fld>
            <a:endParaRPr lang="en-US"/>
          </a:p>
        </p:txBody>
      </p:sp>
      <p:sp>
        <p:nvSpPr>
          <p:cNvPr id="5" name="Footer Placeholder 4">
            <a:extLst>
              <a:ext uri="{FF2B5EF4-FFF2-40B4-BE49-F238E27FC236}">
                <a16:creationId xmlns:a16="http://schemas.microsoft.com/office/drawing/2014/main" id="{61ECFCAC-80DB-43BB-B3F1-AC22BACEE3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679730-3487-4D94-A0DC-C21684963AB3}"/>
              </a:ext>
            </a:extLst>
          </p:cNvPr>
          <p:cNvSpPr>
            <a:spLocks noGrp="1"/>
          </p:cNvSpPr>
          <p:nvPr>
            <p:ph type="sldNum" sz="quarter" idx="12"/>
          </p:nvPr>
        </p:nvSpPr>
        <p:spPr/>
        <p:txBody>
          <a:bodyPr/>
          <a:lstStyle/>
          <a:p>
            <a:fld id="{B2DC25EE-239B-4C5F-AAD1-255A7D5F1EE2}" type="slidenum">
              <a:rPr lang="en-US" smtClean="0"/>
              <a:t>‹Nº›</a:t>
            </a:fld>
            <a:endParaRPr lang="en-US"/>
          </a:p>
        </p:txBody>
      </p:sp>
    </p:spTree>
    <p:extLst>
      <p:ext uri="{BB962C8B-B14F-4D97-AF65-F5344CB8AC3E}">
        <p14:creationId xmlns:p14="http://schemas.microsoft.com/office/powerpoint/2010/main" val="18189275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543C89D-929E-4CD1-BCCC-72A14C0335D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FED450EA-A577-4B76-A12F-650BEB20FD8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D2603B-9ACE-4FA9-805B-9B91EB63DF7D}"/>
              </a:ext>
            </a:extLst>
          </p:cNvPr>
          <p:cNvSpPr>
            <a:spLocks noGrp="1"/>
          </p:cNvSpPr>
          <p:nvPr>
            <p:ph type="dt" sz="half" idx="10"/>
          </p:nvPr>
        </p:nvSpPr>
        <p:spPr/>
        <p:txBody>
          <a:bodyPr/>
          <a:lstStyle/>
          <a:p>
            <a:fld id="{02AC24A9-CCB6-4F8D-B8DB-C2F3692CFA5A}" type="datetimeFigureOut">
              <a:rPr lang="en-US" smtClean="0"/>
              <a:t>1/19/26</a:t>
            </a:fld>
            <a:endParaRPr lang="en-US"/>
          </a:p>
        </p:txBody>
      </p:sp>
      <p:sp>
        <p:nvSpPr>
          <p:cNvPr id="5" name="Footer Placeholder 4">
            <a:extLst>
              <a:ext uri="{FF2B5EF4-FFF2-40B4-BE49-F238E27FC236}">
                <a16:creationId xmlns:a16="http://schemas.microsoft.com/office/drawing/2014/main" id="{7ECE18AC-D6A9-4A61-885D-68E2B684A4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197AE4-AA47-4E14-8FFE-171FAE47F49E}"/>
              </a:ext>
            </a:extLst>
          </p:cNvPr>
          <p:cNvSpPr>
            <a:spLocks noGrp="1"/>
          </p:cNvSpPr>
          <p:nvPr>
            <p:ph type="sldNum" sz="quarter" idx="12"/>
          </p:nvPr>
        </p:nvSpPr>
        <p:spPr/>
        <p:txBody>
          <a:bodyPr/>
          <a:lstStyle/>
          <a:p>
            <a:fld id="{B2DC25EE-239B-4C5F-AAD1-255A7D5F1EE2}" type="slidenum">
              <a:rPr lang="en-US" smtClean="0"/>
              <a:t>‹Nº›</a:t>
            </a:fld>
            <a:endParaRPr lang="en-US"/>
          </a:p>
        </p:txBody>
      </p:sp>
    </p:spTree>
    <p:extLst>
      <p:ext uri="{BB962C8B-B14F-4D97-AF65-F5344CB8AC3E}">
        <p14:creationId xmlns:p14="http://schemas.microsoft.com/office/powerpoint/2010/main" val="32983157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325BDE-35A4-4AAD-960B-C1415864ADD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BE459C78-0CC4-4552-93DD-49B4194D005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6744A3C-9C54-46A6-B3EF-5B36362423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2AC24A9-CCB6-4F8D-B8DB-C2F3692CFA5A}" type="datetimeFigureOut">
              <a:rPr lang="en-US" smtClean="0"/>
              <a:t>1/19/26</a:t>
            </a:fld>
            <a:endParaRPr lang="en-US"/>
          </a:p>
        </p:txBody>
      </p:sp>
      <p:sp>
        <p:nvSpPr>
          <p:cNvPr id="5" name="Footer Placeholder 4">
            <a:extLst>
              <a:ext uri="{FF2B5EF4-FFF2-40B4-BE49-F238E27FC236}">
                <a16:creationId xmlns:a16="http://schemas.microsoft.com/office/drawing/2014/main" id="{07D5A696-7B4B-4181-A961-7D66556D507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3038CB5-8F4A-401D-A3A9-B27DC15B7A8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DC25EE-239B-4C5F-AAD1-255A7D5F1EE2}" type="slidenum">
              <a:rPr lang="en-US" smtClean="0"/>
              <a:t>‹Nº›</a:t>
            </a:fld>
            <a:endParaRPr lang="en-US"/>
          </a:p>
        </p:txBody>
      </p:sp>
    </p:spTree>
    <p:extLst>
      <p:ext uri="{BB962C8B-B14F-4D97-AF65-F5344CB8AC3E}">
        <p14:creationId xmlns:p14="http://schemas.microsoft.com/office/powerpoint/2010/main" val="2042924412"/>
      </p:ext>
    </p:extLst>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8" r:id="rId6"/>
    <p:sldLayoutId id="2147483693" r:id="rId7"/>
    <p:sldLayoutId id="2147483694" r:id="rId8"/>
    <p:sldLayoutId id="2147483695" r:id="rId9"/>
    <p:sldLayoutId id="2147483697" r:id="rId10"/>
    <p:sldLayoutId id="2147483696" r:id="rId11"/>
  </p:sldLayoutIdLst>
  <p:txStyles>
    <p:titleStyle>
      <a:lvl1pPr algn="l" defTabSz="914400" rtl="0" eaLnBrk="1" latinLnBrk="0" hangingPunct="1">
        <a:lnSpc>
          <a:spcPct val="90000"/>
        </a:lnSpc>
        <a:spcBef>
          <a:spcPct val="0"/>
        </a:spcBef>
        <a:buNone/>
        <a:defRPr sz="40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CCA5F87-1D1E-45CB-8D83-FC7EEFAD99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colorful dotted wave of dots&#10;&#10;Description automatically generated with medium confidence">
            <a:extLst>
              <a:ext uri="{FF2B5EF4-FFF2-40B4-BE49-F238E27FC236}">
                <a16:creationId xmlns:a16="http://schemas.microsoft.com/office/drawing/2014/main" id="{25D8061D-ED06-78B5-2644-59D4099A2B2A}"/>
              </a:ext>
            </a:extLst>
          </p:cNvPr>
          <p:cNvPicPr>
            <a:picLocks noChangeAspect="1"/>
          </p:cNvPicPr>
          <p:nvPr/>
        </p:nvPicPr>
        <p:blipFill rotWithShape="1">
          <a:blip r:embed="rId2"/>
          <a:srcRect l="7315" r="13685"/>
          <a:stretch/>
        </p:blipFill>
        <p:spPr>
          <a:xfrm>
            <a:off x="20" y="10"/>
            <a:ext cx="8668492" cy="6857990"/>
          </a:xfrm>
          <a:prstGeom prst="rect">
            <a:avLst/>
          </a:prstGeom>
        </p:spPr>
      </p:pic>
      <p:sp>
        <p:nvSpPr>
          <p:cNvPr id="11" name="Rectangle 10">
            <a:extLst>
              <a:ext uri="{FF2B5EF4-FFF2-40B4-BE49-F238E27FC236}">
                <a16:creationId xmlns:a16="http://schemas.microsoft.com/office/drawing/2014/main" id="{7CCFC2C6-6238-4A2F-93DE-2ADF74AF63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711652" y="0"/>
            <a:ext cx="8480347"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6BDAC90F-5DA4-525B-2D49-9909DC159A02}"/>
              </a:ext>
            </a:extLst>
          </p:cNvPr>
          <p:cNvSpPr>
            <a:spLocks noGrp="1"/>
          </p:cNvSpPr>
          <p:nvPr>
            <p:ph type="ctrTitle"/>
          </p:nvPr>
        </p:nvSpPr>
        <p:spPr>
          <a:xfrm>
            <a:off x="7848600" y="1122363"/>
            <a:ext cx="4023360" cy="3204134"/>
          </a:xfrm>
        </p:spPr>
        <p:txBody>
          <a:bodyPr anchor="b">
            <a:normAutofit/>
          </a:bodyPr>
          <a:lstStyle/>
          <a:p>
            <a:r>
              <a:rPr lang="en-US" sz="4800" dirty="0" err="1"/>
              <a:t>Criptografía</a:t>
            </a:r>
            <a:endParaRPr lang="en-GT" sz="4800" dirty="0"/>
          </a:p>
        </p:txBody>
      </p:sp>
      <p:sp>
        <p:nvSpPr>
          <p:cNvPr id="3" name="Subtitle 2">
            <a:extLst>
              <a:ext uri="{FF2B5EF4-FFF2-40B4-BE49-F238E27FC236}">
                <a16:creationId xmlns:a16="http://schemas.microsoft.com/office/drawing/2014/main" id="{40F0EF1E-79C4-72FE-90AC-E618F6A3C182}"/>
              </a:ext>
            </a:extLst>
          </p:cNvPr>
          <p:cNvSpPr>
            <a:spLocks noGrp="1"/>
          </p:cNvSpPr>
          <p:nvPr>
            <p:ph type="subTitle" idx="1"/>
          </p:nvPr>
        </p:nvSpPr>
        <p:spPr>
          <a:xfrm>
            <a:off x="7848600" y="4872922"/>
            <a:ext cx="4023360" cy="1208141"/>
          </a:xfrm>
        </p:spPr>
        <p:txBody>
          <a:bodyPr>
            <a:normAutofit/>
          </a:bodyPr>
          <a:lstStyle/>
          <a:p>
            <a:r>
              <a:rPr lang="en-US" sz="2000" dirty="0"/>
              <a:t>Historia</a:t>
            </a:r>
          </a:p>
          <a:p>
            <a:r>
              <a:rPr lang="en-US" sz="2000" dirty="0"/>
              <a:t>Ludwing Cano</a:t>
            </a:r>
            <a:endParaRPr lang="en-GT" sz="2000" dirty="0"/>
          </a:p>
        </p:txBody>
      </p:sp>
      <p:sp>
        <p:nvSpPr>
          <p:cNvPr id="13" name="Rectangle 12">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130540"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51648" y="4546920"/>
            <a:ext cx="4023360" cy="18288"/>
          </a:xfrm>
          <a:prstGeom prst="rect">
            <a:avLst/>
          </a:prstGeom>
          <a:solidFill>
            <a:schemeClr val="tx2">
              <a:lumMod val="25000"/>
              <a:lumOff val="75000"/>
            </a:schemeClr>
          </a:solidFill>
          <a:ln w="3175">
            <a:solidFill>
              <a:schemeClr val="tx2">
                <a:lumMod val="25000"/>
                <a:lumOff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026" name="Picture 2" descr="UVG - Página principal">
            <a:extLst>
              <a:ext uri="{FF2B5EF4-FFF2-40B4-BE49-F238E27FC236}">
                <a16:creationId xmlns:a16="http://schemas.microsoft.com/office/drawing/2014/main" id="{4A48965C-B5EC-68B0-E469-3B6604AA3DB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57174" y="5735637"/>
            <a:ext cx="1234825" cy="11223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815942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081C8A-8190-DB79-876E-D8ED5D8ECC1A}"/>
              </a:ext>
            </a:extLst>
          </p:cNvPr>
          <p:cNvSpPr>
            <a:spLocks noGrp="1"/>
          </p:cNvSpPr>
          <p:nvPr>
            <p:ph type="title"/>
          </p:nvPr>
        </p:nvSpPr>
        <p:spPr/>
        <p:txBody>
          <a:bodyPr/>
          <a:lstStyle/>
          <a:p>
            <a:r>
              <a:rPr lang="en-GT" dirty="0"/>
              <a:t>Agenda</a:t>
            </a:r>
          </a:p>
        </p:txBody>
      </p:sp>
      <p:sp>
        <p:nvSpPr>
          <p:cNvPr id="3" name="Content Placeholder 2">
            <a:extLst>
              <a:ext uri="{FF2B5EF4-FFF2-40B4-BE49-F238E27FC236}">
                <a16:creationId xmlns:a16="http://schemas.microsoft.com/office/drawing/2014/main" id="{0BCB0514-E20E-CA06-F1B4-5461236D1F91}"/>
              </a:ext>
            </a:extLst>
          </p:cNvPr>
          <p:cNvSpPr>
            <a:spLocks noGrp="1"/>
          </p:cNvSpPr>
          <p:nvPr>
            <p:ph idx="1"/>
          </p:nvPr>
        </p:nvSpPr>
        <p:spPr/>
        <p:txBody>
          <a:bodyPr>
            <a:normAutofit fontScale="62500" lnSpcReduction="20000"/>
          </a:bodyPr>
          <a:lstStyle/>
          <a:p>
            <a:r>
              <a:rPr lang="en-US" dirty="0" err="1"/>
              <a:t>Cifrado</a:t>
            </a:r>
            <a:r>
              <a:rPr lang="en-US" dirty="0"/>
              <a:t> de </a:t>
            </a:r>
            <a:r>
              <a:rPr lang="en-US" dirty="0" err="1"/>
              <a:t>sustitución</a:t>
            </a:r>
            <a:endParaRPr lang="en-US" dirty="0"/>
          </a:p>
          <a:p>
            <a:r>
              <a:rPr lang="en-US" dirty="0" err="1"/>
              <a:t>Cifrado</a:t>
            </a:r>
            <a:r>
              <a:rPr lang="en-US" dirty="0"/>
              <a:t> Caesar</a:t>
            </a:r>
          </a:p>
          <a:p>
            <a:r>
              <a:rPr lang="en-US" dirty="0" err="1"/>
              <a:t>Cifrado</a:t>
            </a:r>
            <a:r>
              <a:rPr lang="en-US" dirty="0"/>
              <a:t> Atbash</a:t>
            </a:r>
          </a:p>
          <a:p>
            <a:r>
              <a:rPr lang="en-US" dirty="0" err="1"/>
              <a:t>Cifrados</a:t>
            </a:r>
            <a:r>
              <a:rPr lang="en-US" dirty="0"/>
              <a:t> </a:t>
            </a:r>
            <a:r>
              <a:rPr lang="en-US" dirty="0" err="1"/>
              <a:t>Afines</a:t>
            </a:r>
            <a:endParaRPr lang="en-US" dirty="0"/>
          </a:p>
          <a:p>
            <a:r>
              <a:rPr lang="en-US" dirty="0" err="1"/>
              <a:t>Cifrado</a:t>
            </a:r>
            <a:r>
              <a:rPr lang="en-US" dirty="0"/>
              <a:t> ROT 13</a:t>
            </a:r>
          </a:p>
          <a:p>
            <a:r>
              <a:rPr lang="en-US" dirty="0" err="1"/>
              <a:t>Cifrado</a:t>
            </a:r>
            <a:r>
              <a:rPr lang="en-US" dirty="0"/>
              <a:t> </a:t>
            </a:r>
            <a:r>
              <a:rPr lang="en-US" dirty="0" err="1"/>
              <a:t>Vigenére</a:t>
            </a:r>
            <a:endParaRPr lang="en-US" dirty="0"/>
          </a:p>
          <a:p>
            <a:r>
              <a:rPr lang="en-US" dirty="0" err="1"/>
              <a:t>Cifrados</a:t>
            </a:r>
            <a:r>
              <a:rPr lang="en-US" dirty="0"/>
              <a:t> de </a:t>
            </a:r>
            <a:r>
              <a:rPr lang="en-US" dirty="0" err="1"/>
              <a:t>transposición</a:t>
            </a:r>
            <a:endParaRPr lang="en-US" dirty="0"/>
          </a:p>
          <a:p>
            <a:r>
              <a:rPr lang="en-US" dirty="0" err="1"/>
              <a:t>Cifrado</a:t>
            </a:r>
            <a:r>
              <a:rPr lang="en-US" dirty="0"/>
              <a:t> de Valla (rail fence)</a:t>
            </a:r>
          </a:p>
          <a:p>
            <a:r>
              <a:rPr lang="en-US" dirty="0" err="1"/>
              <a:t>Cifrado</a:t>
            </a:r>
            <a:r>
              <a:rPr lang="en-US" dirty="0"/>
              <a:t> de </a:t>
            </a:r>
            <a:r>
              <a:rPr lang="en-US" dirty="0" err="1"/>
              <a:t>libro</a:t>
            </a:r>
            <a:r>
              <a:rPr lang="en-US" dirty="0"/>
              <a:t> o </a:t>
            </a:r>
            <a:r>
              <a:rPr lang="en-US" dirty="0" err="1"/>
              <a:t>Ottendorf</a:t>
            </a:r>
            <a:endParaRPr lang="en-US" dirty="0"/>
          </a:p>
          <a:p>
            <a:r>
              <a:rPr lang="en-US" dirty="0" err="1"/>
              <a:t>Cifrado</a:t>
            </a:r>
            <a:r>
              <a:rPr lang="en-US" dirty="0"/>
              <a:t> Playfair</a:t>
            </a:r>
            <a:endParaRPr lang="en-GT" dirty="0"/>
          </a:p>
          <a:p>
            <a:r>
              <a:rPr lang="en-GT" dirty="0"/>
              <a:t>Otros Cifrados </a:t>
            </a:r>
          </a:p>
          <a:p>
            <a:endParaRPr lang="en-US" dirty="0"/>
          </a:p>
        </p:txBody>
      </p:sp>
      <p:pic>
        <p:nvPicPr>
          <p:cNvPr id="4" name="Picture 2" descr="UVG - Página principal">
            <a:extLst>
              <a:ext uri="{FF2B5EF4-FFF2-40B4-BE49-F238E27FC236}">
                <a16:creationId xmlns:a16="http://schemas.microsoft.com/office/drawing/2014/main" id="{BC0AF8CA-7C73-7758-1CC9-1D83638D6A2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57174" y="5735637"/>
            <a:ext cx="1234825" cy="11223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827884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8D06CE56-3881-4ADA-8CEF-D18B02C24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Rectangle 20">
            <a:extLst>
              <a:ext uri="{FF2B5EF4-FFF2-40B4-BE49-F238E27FC236}">
                <a16:creationId xmlns:a16="http://schemas.microsoft.com/office/drawing/2014/main" id="{79F3C543-62EC-4433-9C93-A2CD8764E9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2" name="Rectangle 21">
            <a:extLst>
              <a:ext uri="{FF2B5EF4-FFF2-40B4-BE49-F238E27FC236}">
                <a16:creationId xmlns:a16="http://schemas.microsoft.com/office/drawing/2014/main" id="{FFD48BC7-DC40-47DE-87EE-9F4B6ECB9A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3" name="Freeform: Shape 13">
            <a:extLst>
              <a:ext uri="{FF2B5EF4-FFF2-40B4-BE49-F238E27FC236}">
                <a16:creationId xmlns:a16="http://schemas.microsoft.com/office/drawing/2014/main" id="{E502BBC7-2C76-46F3-BC24-5985BC13DB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4425" y="0"/>
            <a:ext cx="9963150"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chemeClr val="tx2">
                <a:lumMod val="10000"/>
                <a:lumOff val="90000"/>
              </a:schemeClr>
            </a:solidFill>
          </a:ln>
          <a:effectLst>
            <a:outerShdw blurRad="63500" sx="102000" sy="102000" algn="ctr" rotWithShape="0">
              <a:schemeClr val="bg1">
                <a:lumMod val="8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4" name="Freeform: Shape 15">
            <a:extLst>
              <a:ext uri="{FF2B5EF4-FFF2-40B4-BE49-F238E27FC236}">
                <a16:creationId xmlns:a16="http://schemas.microsoft.com/office/drawing/2014/main" id="{9C45F024-2468-4D8A-9E11-BB2B1E0A3B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1664" y="0"/>
            <a:ext cx="9948672"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Title 2">
            <a:extLst>
              <a:ext uri="{FF2B5EF4-FFF2-40B4-BE49-F238E27FC236}">
                <a16:creationId xmlns:a16="http://schemas.microsoft.com/office/drawing/2014/main" id="{32B15600-9CF0-F228-6DA3-D8EAE7655A87}"/>
              </a:ext>
            </a:extLst>
          </p:cNvPr>
          <p:cNvSpPr>
            <a:spLocks noGrp="1"/>
          </p:cNvSpPr>
          <p:nvPr>
            <p:ph type="title"/>
          </p:nvPr>
        </p:nvSpPr>
        <p:spPr>
          <a:xfrm>
            <a:off x="1524003" y="1999615"/>
            <a:ext cx="9144000" cy="2764028"/>
          </a:xfrm>
        </p:spPr>
        <p:txBody>
          <a:bodyPr vert="horz" lIns="91440" tIns="45720" rIns="91440" bIns="45720" rtlCol="0" anchor="ctr">
            <a:normAutofit/>
          </a:bodyPr>
          <a:lstStyle/>
          <a:p>
            <a:pPr algn="ctr"/>
            <a:r>
              <a:rPr lang="en-US" sz="4800" dirty="0" err="1"/>
              <a:t>Cifrado</a:t>
            </a:r>
            <a:r>
              <a:rPr lang="en-US" sz="4800" dirty="0"/>
              <a:t> de </a:t>
            </a:r>
            <a:r>
              <a:rPr lang="en-US" sz="4800" dirty="0" err="1"/>
              <a:t>sustitución</a:t>
            </a:r>
            <a:endParaRPr lang="en-US" sz="4800" dirty="0"/>
          </a:p>
        </p:txBody>
      </p:sp>
      <p:sp>
        <p:nvSpPr>
          <p:cNvPr id="25" name="Rectangle 24">
            <a:extLst>
              <a:ext uri="{FF2B5EF4-FFF2-40B4-BE49-F238E27FC236}">
                <a16:creationId xmlns:a16="http://schemas.microsoft.com/office/drawing/2014/main" id="{3629484E-3792-4B3D-89AD-7C8A1ED0E0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0" y="5524786"/>
            <a:ext cx="4754880" cy="274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088870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154" name="Rectangle 5153">
            <a:extLst>
              <a:ext uri="{FF2B5EF4-FFF2-40B4-BE49-F238E27FC236}">
                <a16:creationId xmlns:a16="http://schemas.microsoft.com/office/drawing/2014/main" id="{49B9E8A9-352D-4DCB-9485-C777000D49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DF974C80-E1A4-F270-DCEE-886879BA19A5}"/>
              </a:ext>
            </a:extLst>
          </p:cNvPr>
          <p:cNvSpPr>
            <a:spLocks noGrp="1"/>
          </p:cNvSpPr>
          <p:nvPr>
            <p:ph type="title"/>
          </p:nvPr>
        </p:nvSpPr>
        <p:spPr>
          <a:xfrm>
            <a:off x="612648" y="1078992"/>
            <a:ext cx="6272784" cy="1536192"/>
          </a:xfrm>
        </p:spPr>
        <p:txBody>
          <a:bodyPr anchor="b">
            <a:normAutofit/>
          </a:bodyPr>
          <a:lstStyle/>
          <a:p>
            <a:pPr marL="685800" indent="-685800">
              <a:buFont typeface="Arial" panose="020B0604020202020204" pitchFamily="34" charset="0"/>
              <a:buChar char="•"/>
            </a:pPr>
            <a:r>
              <a:rPr lang="es-ES_tradnl" sz="5200"/>
              <a:t>Cifrado de sustitución</a:t>
            </a:r>
          </a:p>
        </p:txBody>
      </p:sp>
      <p:sp>
        <p:nvSpPr>
          <p:cNvPr id="5156" name="Rectangle 5155">
            <a:extLst>
              <a:ext uri="{FF2B5EF4-FFF2-40B4-BE49-F238E27FC236}">
                <a16:creationId xmlns:a16="http://schemas.microsoft.com/office/drawing/2014/main" id="{C2A9B0E5-C2C1-4B85-99A9-117A659D5F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53202" y="363389"/>
            <a:ext cx="73152"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158" name="Rectangle 5157">
            <a:extLst>
              <a:ext uri="{FF2B5EF4-FFF2-40B4-BE49-F238E27FC236}">
                <a16:creationId xmlns:a16="http://schemas.microsoft.com/office/drawing/2014/main" id="{3A8AEACA-9535-4BE8-A91B-8BE82BA547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8506" y="2935541"/>
            <a:ext cx="6217920"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Content Placeholder 4">
            <a:extLst>
              <a:ext uri="{FF2B5EF4-FFF2-40B4-BE49-F238E27FC236}">
                <a16:creationId xmlns:a16="http://schemas.microsoft.com/office/drawing/2014/main" id="{3258DAC1-DCEF-E38F-166A-8F1A5ECA0D22}"/>
              </a:ext>
            </a:extLst>
          </p:cNvPr>
          <p:cNvSpPr>
            <a:spLocks noGrp="1"/>
          </p:cNvSpPr>
          <p:nvPr>
            <p:ph idx="1"/>
          </p:nvPr>
        </p:nvSpPr>
        <p:spPr>
          <a:xfrm>
            <a:off x="612648" y="3355848"/>
            <a:ext cx="6272784" cy="2825496"/>
          </a:xfrm>
        </p:spPr>
        <p:txBody>
          <a:bodyPr>
            <a:normAutofit/>
          </a:bodyPr>
          <a:lstStyle/>
          <a:p>
            <a:pPr>
              <a:lnSpc>
                <a:spcPct val="100000"/>
              </a:lnSpc>
            </a:pPr>
            <a:r>
              <a:rPr lang="es-ES_tradnl" sz="1300" dirty="0"/>
              <a:t>Cada letra del texto plano se sustituye por alguna letra del texto cifrado de acuerdo con algún algoritmo.</a:t>
            </a:r>
          </a:p>
          <a:p>
            <a:pPr>
              <a:lnSpc>
                <a:spcPct val="100000"/>
              </a:lnSpc>
            </a:pPr>
            <a:r>
              <a:rPr lang="es-ES_tradnl" sz="1300" dirty="0"/>
              <a:t>Existen 2 tipos:</a:t>
            </a:r>
          </a:p>
          <a:p>
            <a:pPr lvl="1">
              <a:lnSpc>
                <a:spcPct val="100000"/>
              </a:lnSpc>
            </a:pPr>
            <a:r>
              <a:rPr lang="es-ES_tradnl" sz="1300" dirty="0" err="1"/>
              <a:t>Monoalfabéticos</a:t>
            </a:r>
            <a:r>
              <a:rPr lang="es-ES_tradnl" sz="1300" dirty="0"/>
              <a:t>:</a:t>
            </a:r>
          </a:p>
          <a:p>
            <a:pPr lvl="2">
              <a:lnSpc>
                <a:spcPct val="100000"/>
              </a:lnSpc>
            </a:pPr>
            <a:r>
              <a:rPr lang="es-ES_tradnl" sz="1300" dirty="0"/>
              <a:t>Una letra dada del texto plano siempre se sustituye por la misma letra correspondiente del texto cifrado. Por ejemplo, una a en el texto original siempre sería una k en el texto cifrado.</a:t>
            </a:r>
          </a:p>
          <a:p>
            <a:pPr lvl="1">
              <a:lnSpc>
                <a:spcPct val="100000"/>
              </a:lnSpc>
            </a:pPr>
            <a:r>
              <a:rPr lang="es-ES_tradnl" sz="1300" dirty="0" err="1"/>
              <a:t>Polislfabéticos</a:t>
            </a:r>
            <a:endParaRPr lang="es-ES_tradnl" sz="1300" dirty="0"/>
          </a:p>
          <a:p>
            <a:pPr lvl="2">
              <a:lnSpc>
                <a:spcPct val="100000"/>
              </a:lnSpc>
            </a:pPr>
            <a:r>
              <a:rPr lang="es-ES_tradnl" sz="1300" dirty="0"/>
              <a:t>La sustitución de poli alfabética utiliza sustituciones múltiples, de modo que, por ejemplo, una a en el texto plano es a veces una k ya veces una w en el texto cifrado</a:t>
            </a:r>
          </a:p>
        </p:txBody>
      </p:sp>
      <p:pic>
        <p:nvPicPr>
          <p:cNvPr id="3" name="Picture 2" descr="A black text with a white background&#10;&#10;Description automatically generated">
            <a:extLst>
              <a:ext uri="{FF2B5EF4-FFF2-40B4-BE49-F238E27FC236}">
                <a16:creationId xmlns:a16="http://schemas.microsoft.com/office/drawing/2014/main" id="{42B5DA0D-D277-F196-B654-7ADBC0013B43}"/>
              </a:ext>
            </a:extLst>
          </p:cNvPr>
          <p:cNvPicPr>
            <a:picLocks noChangeAspect="1"/>
          </p:cNvPicPr>
          <p:nvPr/>
        </p:nvPicPr>
        <p:blipFill>
          <a:blip r:embed="rId2"/>
          <a:stretch>
            <a:fillRect/>
          </a:stretch>
        </p:blipFill>
        <p:spPr>
          <a:xfrm>
            <a:off x="7684008" y="3355848"/>
            <a:ext cx="4229773" cy="666189"/>
          </a:xfrm>
          <a:prstGeom prst="rect">
            <a:avLst/>
          </a:prstGeom>
        </p:spPr>
      </p:pic>
    </p:spTree>
    <p:extLst>
      <p:ext uri="{BB962C8B-B14F-4D97-AF65-F5344CB8AC3E}">
        <p14:creationId xmlns:p14="http://schemas.microsoft.com/office/powerpoint/2010/main" val="37389046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2B15600-9CF0-F228-6DA3-D8EAE7655A87}"/>
              </a:ext>
            </a:extLst>
          </p:cNvPr>
          <p:cNvSpPr>
            <a:spLocks noGrp="1"/>
          </p:cNvSpPr>
          <p:nvPr>
            <p:ph type="title"/>
          </p:nvPr>
        </p:nvSpPr>
        <p:spPr>
          <a:xfrm>
            <a:off x="1524003" y="1999615"/>
            <a:ext cx="9144000" cy="2764028"/>
          </a:xfrm>
        </p:spPr>
        <p:txBody>
          <a:bodyPr vert="horz" lIns="91440" tIns="45720" rIns="91440" bIns="45720" rtlCol="0" anchor="ctr">
            <a:normAutofit/>
          </a:bodyPr>
          <a:lstStyle/>
          <a:p>
            <a:pPr algn="ctr"/>
            <a:r>
              <a:rPr lang="en-US" sz="4800" dirty="0" err="1"/>
              <a:t>Cifrado</a:t>
            </a:r>
            <a:r>
              <a:rPr lang="en-US" sz="4800" dirty="0"/>
              <a:t> de </a:t>
            </a:r>
            <a:r>
              <a:rPr lang="en-US" sz="4800" u="sng" dirty="0"/>
              <a:t>Caesar</a:t>
            </a:r>
          </a:p>
        </p:txBody>
      </p:sp>
    </p:spTree>
    <p:extLst>
      <p:ext uri="{BB962C8B-B14F-4D97-AF65-F5344CB8AC3E}">
        <p14:creationId xmlns:p14="http://schemas.microsoft.com/office/powerpoint/2010/main" val="35999377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172" name="Rectangle 5171">
            <a:extLst>
              <a:ext uri="{FF2B5EF4-FFF2-40B4-BE49-F238E27FC236}">
                <a16:creationId xmlns:a16="http://schemas.microsoft.com/office/drawing/2014/main" id="{0B9EE3F3-89B7-43C3-8651-C4C9683099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DF974C80-E1A4-F270-DCEE-886879BA19A5}"/>
              </a:ext>
            </a:extLst>
          </p:cNvPr>
          <p:cNvSpPr>
            <a:spLocks noGrp="1"/>
          </p:cNvSpPr>
          <p:nvPr>
            <p:ph type="title"/>
          </p:nvPr>
        </p:nvSpPr>
        <p:spPr>
          <a:xfrm>
            <a:off x="411480" y="991443"/>
            <a:ext cx="4443154" cy="1087819"/>
          </a:xfrm>
        </p:spPr>
        <p:txBody>
          <a:bodyPr anchor="b">
            <a:normAutofit/>
          </a:bodyPr>
          <a:lstStyle/>
          <a:p>
            <a:pPr marL="685800" indent="-685800">
              <a:buFont typeface="Arial" panose="020B0604020202020204" pitchFamily="34" charset="0"/>
              <a:buChar char="•"/>
            </a:pPr>
            <a:r>
              <a:rPr lang="es-ES_tradnl" sz="3400" dirty="0"/>
              <a:t>Cifrado de </a:t>
            </a:r>
            <a:r>
              <a:rPr lang="es-ES_tradnl" sz="3400" dirty="0" err="1"/>
              <a:t>Caesar</a:t>
            </a:r>
            <a:endParaRPr lang="es-ES_tradnl" sz="3400" dirty="0"/>
          </a:p>
        </p:txBody>
      </p:sp>
      <p:sp>
        <p:nvSpPr>
          <p:cNvPr id="5174" name="Rectangle 5173">
            <a:extLst>
              <a:ext uri="{FF2B5EF4-FFF2-40B4-BE49-F238E27FC236}">
                <a16:creationId xmlns:a16="http://schemas.microsoft.com/office/drawing/2014/main" id="{33AE4636-AEEC-45D6-84D4-7AC2DA48EC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49223" y="387939"/>
            <a:ext cx="73152"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176" name="Rectangle 5175">
            <a:extLst>
              <a:ext uri="{FF2B5EF4-FFF2-40B4-BE49-F238E27FC236}">
                <a16:creationId xmlns:a16="http://schemas.microsoft.com/office/drawing/2014/main" id="{8D9CE0F4-2EB2-4F1F-8AAC-DB3571D9FE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1480" y="2285541"/>
            <a:ext cx="4389120"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Content Placeholder 4">
            <a:extLst>
              <a:ext uri="{FF2B5EF4-FFF2-40B4-BE49-F238E27FC236}">
                <a16:creationId xmlns:a16="http://schemas.microsoft.com/office/drawing/2014/main" id="{3258DAC1-DCEF-E38F-166A-8F1A5ECA0D22}"/>
              </a:ext>
            </a:extLst>
          </p:cNvPr>
          <p:cNvSpPr>
            <a:spLocks noGrp="1"/>
          </p:cNvSpPr>
          <p:nvPr>
            <p:ph idx="1"/>
          </p:nvPr>
        </p:nvSpPr>
        <p:spPr>
          <a:xfrm>
            <a:off x="411480" y="2684095"/>
            <a:ext cx="4443154" cy="3492868"/>
          </a:xfrm>
        </p:spPr>
        <p:txBody>
          <a:bodyPr>
            <a:normAutofit/>
          </a:bodyPr>
          <a:lstStyle/>
          <a:p>
            <a:r>
              <a:rPr lang="es-ES_tradnl" sz="1700" dirty="0"/>
              <a:t>Julio César usaba este cifrado para sus mensajes militares. </a:t>
            </a:r>
          </a:p>
          <a:p>
            <a:r>
              <a:rPr lang="es-ES_tradnl" sz="1700" dirty="0"/>
              <a:t>El cifrado consistía en correr todas las letras del alfabeto </a:t>
            </a:r>
            <a:r>
              <a:rPr lang="es-ES_tradnl" sz="1700" b="1" dirty="0"/>
              <a:t>tres</a:t>
            </a:r>
            <a:r>
              <a:rPr lang="es-ES_tradnl" sz="1700" dirty="0"/>
              <a:t> posiciones a la derecha</a:t>
            </a:r>
          </a:p>
          <a:p>
            <a:r>
              <a:rPr lang="es-ES_tradnl" sz="1700" dirty="0"/>
              <a:t>Ejemplo: </a:t>
            </a:r>
            <a:r>
              <a:rPr lang="es-ES_tradnl" sz="1700" b="1" dirty="0"/>
              <a:t>ATACAR AL AMANECER </a:t>
            </a:r>
          </a:p>
          <a:p>
            <a:r>
              <a:rPr lang="es-ES_tradnl" sz="1700" dirty="0"/>
              <a:t>Se convierte en </a:t>
            </a:r>
            <a:r>
              <a:rPr lang="es-ES_tradnl" sz="1700" b="1" dirty="0"/>
              <a:t>DWDFDU DO DPDQHFHU.</a:t>
            </a:r>
          </a:p>
        </p:txBody>
      </p:sp>
      <p:pic>
        <p:nvPicPr>
          <p:cNvPr id="1028" name="Picture 4" descr="Code-Sleep-Python/Code-Sleep-Python/Caesar-cipher/README.md at master ·  prateekiiest/Code-Sleep-Python · GitHub">
            <a:extLst>
              <a:ext uri="{FF2B5EF4-FFF2-40B4-BE49-F238E27FC236}">
                <a16:creationId xmlns:a16="http://schemas.microsoft.com/office/drawing/2014/main" id="{128A785F-833C-9799-B5E2-1A24D424941F}"/>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385816" y="1396741"/>
            <a:ext cx="6440424" cy="40091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31744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172" name="Rectangle 5171">
            <a:extLst>
              <a:ext uri="{FF2B5EF4-FFF2-40B4-BE49-F238E27FC236}">
                <a16:creationId xmlns:a16="http://schemas.microsoft.com/office/drawing/2014/main" id="{0B9EE3F3-89B7-43C3-8651-C4C9683099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DF974C80-E1A4-F270-DCEE-886879BA19A5}"/>
              </a:ext>
            </a:extLst>
          </p:cNvPr>
          <p:cNvSpPr>
            <a:spLocks noGrp="1"/>
          </p:cNvSpPr>
          <p:nvPr>
            <p:ph type="title"/>
          </p:nvPr>
        </p:nvSpPr>
        <p:spPr>
          <a:xfrm>
            <a:off x="411480" y="991443"/>
            <a:ext cx="4443154" cy="1087819"/>
          </a:xfrm>
        </p:spPr>
        <p:txBody>
          <a:bodyPr anchor="b">
            <a:normAutofit/>
          </a:bodyPr>
          <a:lstStyle/>
          <a:p>
            <a:pPr marL="685800" indent="-685800">
              <a:buFont typeface="Arial" panose="020B0604020202020204" pitchFamily="34" charset="0"/>
              <a:buChar char="•"/>
            </a:pPr>
            <a:r>
              <a:rPr lang="es-ES_tradnl" sz="3400"/>
              <a:t>Cifrado de Caesar</a:t>
            </a:r>
          </a:p>
        </p:txBody>
      </p:sp>
      <p:sp>
        <p:nvSpPr>
          <p:cNvPr id="5174" name="Rectangle 5173">
            <a:extLst>
              <a:ext uri="{FF2B5EF4-FFF2-40B4-BE49-F238E27FC236}">
                <a16:creationId xmlns:a16="http://schemas.microsoft.com/office/drawing/2014/main" id="{33AE4636-AEEC-45D6-84D4-7AC2DA48EC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49223" y="387939"/>
            <a:ext cx="73152"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176" name="Rectangle 5175">
            <a:extLst>
              <a:ext uri="{FF2B5EF4-FFF2-40B4-BE49-F238E27FC236}">
                <a16:creationId xmlns:a16="http://schemas.microsoft.com/office/drawing/2014/main" id="{8D9CE0F4-2EB2-4F1F-8AAC-DB3571D9FE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1480" y="2285541"/>
            <a:ext cx="4389120"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Content Placeholder 4">
            <a:extLst>
              <a:ext uri="{FF2B5EF4-FFF2-40B4-BE49-F238E27FC236}">
                <a16:creationId xmlns:a16="http://schemas.microsoft.com/office/drawing/2014/main" id="{3258DAC1-DCEF-E38F-166A-8F1A5ECA0D22}"/>
              </a:ext>
            </a:extLst>
          </p:cNvPr>
          <p:cNvSpPr>
            <a:spLocks noGrp="1"/>
          </p:cNvSpPr>
          <p:nvPr>
            <p:ph idx="1"/>
          </p:nvPr>
        </p:nvSpPr>
        <p:spPr>
          <a:xfrm>
            <a:off x="411480" y="2684095"/>
            <a:ext cx="4443154" cy="3492868"/>
          </a:xfrm>
        </p:spPr>
        <p:txBody>
          <a:bodyPr>
            <a:normAutofit/>
          </a:bodyPr>
          <a:lstStyle/>
          <a:p>
            <a:r>
              <a:rPr lang="es-ES_tradnl" sz="1700" dirty="0"/>
              <a:t>En notación moderna, el cifrado </a:t>
            </a:r>
            <a:r>
              <a:rPr lang="es-ES_tradnl" sz="1700" dirty="0" err="1"/>
              <a:t>Caesar</a:t>
            </a:r>
            <a:r>
              <a:rPr lang="es-ES_tradnl" sz="1700" dirty="0"/>
              <a:t> sería una función matemática de la forma: </a:t>
            </a:r>
          </a:p>
          <a:p>
            <a:endParaRPr lang="es-ES_tradnl" sz="1700" b="1" dirty="0"/>
          </a:p>
          <a:p>
            <a:r>
              <a:rPr lang="es-ES_tradnl" sz="1700" dirty="0"/>
              <a:t>Actualmente podemos pensar que existen varios cifrados </a:t>
            </a:r>
            <a:r>
              <a:rPr lang="es-ES_tradnl" sz="1700" dirty="0" err="1"/>
              <a:t>Caesar</a:t>
            </a:r>
            <a:r>
              <a:rPr lang="es-ES_tradnl" sz="1700" dirty="0"/>
              <a:t>, en donde en lugar de correr 3 letras, recorremos la cantidad de letras por una cantidad </a:t>
            </a:r>
            <a:r>
              <a:rPr lang="es-ES_tradnl" sz="1700" b="1" dirty="0"/>
              <a:t>k</a:t>
            </a:r>
            <a:r>
              <a:rPr lang="es-ES_tradnl" sz="1700" dirty="0"/>
              <a:t>.</a:t>
            </a:r>
          </a:p>
        </p:txBody>
      </p:sp>
      <p:pic>
        <p:nvPicPr>
          <p:cNvPr id="3" name="Picture 2">
            <a:extLst>
              <a:ext uri="{FF2B5EF4-FFF2-40B4-BE49-F238E27FC236}">
                <a16:creationId xmlns:a16="http://schemas.microsoft.com/office/drawing/2014/main" id="{2E96D985-B757-3EE5-3B18-4114CB65BD86}"/>
              </a:ext>
            </a:extLst>
          </p:cNvPr>
          <p:cNvPicPr>
            <a:picLocks noChangeAspect="1"/>
          </p:cNvPicPr>
          <p:nvPr/>
        </p:nvPicPr>
        <p:blipFill>
          <a:blip r:embed="rId2"/>
          <a:stretch>
            <a:fillRect/>
          </a:stretch>
        </p:blipFill>
        <p:spPr>
          <a:xfrm>
            <a:off x="5364480" y="2680372"/>
            <a:ext cx="6659880" cy="748628"/>
          </a:xfrm>
          <a:prstGeom prst="rect">
            <a:avLst/>
          </a:prstGeom>
        </p:spPr>
      </p:pic>
      <p:pic>
        <p:nvPicPr>
          <p:cNvPr id="6" name="Picture 5">
            <a:extLst>
              <a:ext uri="{FF2B5EF4-FFF2-40B4-BE49-F238E27FC236}">
                <a16:creationId xmlns:a16="http://schemas.microsoft.com/office/drawing/2014/main" id="{0DE548ED-929C-CAEC-1105-DD67181AF797}"/>
              </a:ext>
            </a:extLst>
          </p:cNvPr>
          <p:cNvPicPr>
            <a:picLocks noChangeAspect="1"/>
          </p:cNvPicPr>
          <p:nvPr/>
        </p:nvPicPr>
        <p:blipFill>
          <a:blip r:embed="rId3"/>
          <a:stretch>
            <a:fillRect/>
          </a:stretch>
        </p:blipFill>
        <p:spPr>
          <a:xfrm>
            <a:off x="5411588" y="4309864"/>
            <a:ext cx="6514406" cy="693410"/>
          </a:xfrm>
          <a:prstGeom prst="rect">
            <a:avLst/>
          </a:prstGeom>
        </p:spPr>
      </p:pic>
    </p:spTree>
    <p:extLst>
      <p:ext uri="{BB962C8B-B14F-4D97-AF65-F5344CB8AC3E}">
        <p14:creationId xmlns:p14="http://schemas.microsoft.com/office/powerpoint/2010/main" val="18560182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2B15600-9CF0-F228-6DA3-D8EAE7655A87}"/>
              </a:ext>
            </a:extLst>
          </p:cNvPr>
          <p:cNvSpPr>
            <a:spLocks noGrp="1"/>
          </p:cNvSpPr>
          <p:nvPr>
            <p:ph type="title"/>
          </p:nvPr>
        </p:nvSpPr>
        <p:spPr>
          <a:xfrm>
            <a:off x="1524003" y="1999615"/>
            <a:ext cx="9144000" cy="2764028"/>
          </a:xfrm>
        </p:spPr>
        <p:txBody>
          <a:bodyPr vert="horz" lIns="91440" tIns="45720" rIns="91440" bIns="45720" rtlCol="0" anchor="ctr">
            <a:normAutofit/>
          </a:bodyPr>
          <a:lstStyle/>
          <a:p>
            <a:pPr algn="ctr"/>
            <a:r>
              <a:rPr lang="en-US" sz="4800" dirty="0" err="1"/>
              <a:t>Cifrado</a:t>
            </a:r>
            <a:r>
              <a:rPr lang="en-US" sz="4800" dirty="0"/>
              <a:t> Atbash</a:t>
            </a:r>
          </a:p>
        </p:txBody>
      </p:sp>
    </p:spTree>
    <p:extLst>
      <p:ext uri="{BB962C8B-B14F-4D97-AF65-F5344CB8AC3E}">
        <p14:creationId xmlns:p14="http://schemas.microsoft.com/office/powerpoint/2010/main" val="18482925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181" name="Rectangle 5180">
            <a:extLst>
              <a:ext uri="{FF2B5EF4-FFF2-40B4-BE49-F238E27FC236}">
                <a16:creationId xmlns:a16="http://schemas.microsoft.com/office/drawing/2014/main" id="{8F7AFB9A-7364-478C-B48B-8523CDD9AE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5183" name="Freeform: Shape 5182">
            <a:extLst>
              <a:ext uri="{FF2B5EF4-FFF2-40B4-BE49-F238E27FC236}">
                <a16:creationId xmlns:a16="http://schemas.microsoft.com/office/drawing/2014/main" id="{36678033-86B6-40E6-BE90-78D8ED4E3A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96002" cy="6858000"/>
          </a:xfrm>
          <a:custGeom>
            <a:avLst/>
            <a:gdLst>
              <a:gd name="connsiteX0" fmla="*/ 0 w 6096002"/>
              <a:gd name="connsiteY0" fmla="*/ 0 h 6858000"/>
              <a:gd name="connsiteX1" fmla="*/ 4885967 w 6096002"/>
              <a:gd name="connsiteY1" fmla="*/ 0 h 6858000"/>
              <a:gd name="connsiteX2" fmla="*/ 4946007 w 6096002"/>
              <a:gd name="connsiteY2" fmla="*/ 69271 h 6858000"/>
              <a:gd name="connsiteX3" fmla="*/ 6096002 w 6096002"/>
              <a:gd name="connsiteY3" fmla="*/ 3429000 h 6858000"/>
              <a:gd name="connsiteX4" fmla="*/ 4946007 w 6096002"/>
              <a:gd name="connsiteY4" fmla="*/ 6788730 h 6858000"/>
              <a:gd name="connsiteX5" fmla="*/ 4885967 w 6096002"/>
              <a:gd name="connsiteY5" fmla="*/ 6858000 h 6858000"/>
              <a:gd name="connsiteX6" fmla="*/ 0 w 6096002"/>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6002" h="6858000">
                <a:moveTo>
                  <a:pt x="0" y="0"/>
                </a:moveTo>
                <a:lnTo>
                  <a:pt x="4885967" y="0"/>
                </a:lnTo>
                <a:lnTo>
                  <a:pt x="4946007" y="69271"/>
                </a:lnTo>
                <a:cubicBezTo>
                  <a:pt x="5656533" y="929100"/>
                  <a:pt x="6096002" y="2116944"/>
                  <a:pt x="6096002" y="3429000"/>
                </a:cubicBezTo>
                <a:cubicBezTo>
                  <a:pt x="6096002" y="4741056"/>
                  <a:pt x="5656533" y="5928900"/>
                  <a:pt x="4946007" y="6788730"/>
                </a:cubicBezTo>
                <a:lnTo>
                  <a:pt x="4885967" y="6858000"/>
                </a:lnTo>
                <a:lnTo>
                  <a:pt x="0" y="6858000"/>
                </a:lnTo>
                <a:close/>
              </a:path>
            </a:pathLst>
          </a:custGeom>
          <a:ln w="9525">
            <a:solidFill>
              <a:schemeClr val="tx2">
                <a:lumMod val="10000"/>
                <a:lumOff val="90000"/>
              </a:schemeClr>
            </a:solidFill>
          </a:ln>
          <a:effectLst>
            <a:outerShdw blurRad="50800" dist="38100" algn="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5185" name="Freeform: Shape 5184">
            <a:extLst>
              <a:ext uri="{FF2B5EF4-FFF2-40B4-BE49-F238E27FC236}">
                <a16:creationId xmlns:a16="http://schemas.microsoft.com/office/drawing/2014/main" id="{D2542E1A-076E-4A34-BB67-2BF961754E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85370" cy="6858000"/>
          </a:xfrm>
          <a:custGeom>
            <a:avLst/>
            <a:gdLst>
              <a:gd name="connsiteX0" fmla="*/ 0 w 6085370"/>
              <a:gd name="connsiteY0" fmla="*/ 0 h 6858000"/>
              <a:gd name="connsiteX1" fmla="*/ 4875335 w 6085370"/>
              <a:gd name="connsiteY1" fmla="*/ 0 h 6858000"/>
              <a:gd name="connsiteX2" fmla="*/ 4935375 w 6085370"/>
              <a:gd name="connsiteY2" fmla="*/ 69271 h 6858000"/>
              <a:gd name="connsiteX3" fmla="*/ 6085370 w 6085370"/>
              <a:gd name="connsiteY3" fmla="*/ 3429000 h 6858000"/>
              <a:gd name="connsiteX4" fmla="*/ 4935375 w 6085370"/>
              <a:gd name="connsiteY4" fmla="*/ 6788730 h 6858000"/>
              <a:gd name="connsiteX5" fmla="*/ 4875335 w 6085370"/>
              <a:gd name="connsiteY5" fmla="*/ 6858000 h 6858000"/>
              <a:gd name="connsiteX6" fmla="*/ 0 w 608537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85370" h="6858000">
                <a:moveTo>
                  <a:pt x="0" y="0"/>
                </a:moveTo>
                <a:lnTo>
                  <a:pt x="4875335" y="0"/>
                </a:lnTo>
                <a:lnTo>
                  <a:pt x="4935375" y="69271"/>
                </a:lnTo>
                <a:cubicBezTo>
                  <a:pt x="5645901" y="929100"/>
                  <a:pt x="6085370" y="2116944"/>
                  <a:pt x="6085370" y="3429000"/>
                </a:cubicBezTo>
                <a:cubicBezTo>
                  <a:pt x="6085370" y="4741056"/>
                  <a:pt x="5645901" y="5928900"/>
                  <a:pt x="4935375" y="6788730"/>
                </a:cubicBezTo>
                <a:lnTo>
                  <a:pt x="4875335"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itle 3">
            <a:extLst>
              <a:ext uri="{FF2B5EF4-FFF2-40B4-BE49-F238E27FC236}">
                <a16:creationId xmlns:a16="http://schemas.microsoft.com/office/drawing/2014/main" id="{DF974C80-E1A4-F270-DCEE-886879BA19A5}"/>
              </a:ext>
            </a:extLst>
          </p:cNvPr>
          <p:cNvSpPr>
            <a:spLocks noGrp="1"/>
          </p:cNvSpPr>
          <p:nvPr>
            <p:ph type="title"/>
          </p:nvPr>
        </p:nvSpPr>
        <p:spPr>
          <a:xfrm>
            <a:off x="438913" y="859536"/>
            <a:ext cx="4832802" cy="1243584"/>
          </a:xfrm>
        </p:spPr>
        <p:txBody>
          <a:bodyPr>
            <a:normAutofit/>
          </a:bodyPr>
          <a:lstStyle/>
          <a:p>
            <a:pPr marL="685800" indent="-685800">
              <a:buFont typeface="Arial" panose="020B0604020202020204" pitchFamily="34" charset="0"/>
              <a:buChar char="•"/>
            </a:pPr>
            <a:r>
              <a:rPr lang="es-ES_tradnl" sz="3400" dirty="0"/>
              <a:t>Cifrado de </a:t>
            </a:r>
            <a:r>
              <a:rPr lang="es-ES_tradnl" sz="3400" dirty="0" err="1"/>
              <a:t>Atbash</a:t>
            </a:r>
            <a:endParaRPr lang="es-ES_tradnl" sz="3400" dirty="0"/>
          </a:p>
        </p:txBody>
      </p:sp>
      <p:sp>
        <p:nvSpPr>
          <p:cNvPr id="5187" name="Rectangle 5186">
            <a:extLst>
              <a:ext uri="{FF2B5EF4-FFF2-40B4-BE49-F238E27FC236}">
                <a16:creationId xmlns:a16="http://schemas.microsoft.com/office/drawing/2014/main" id="{75C56826-D4E5-42ED-8529-079651CB30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152144"/>
            <a:ext cx="128016" cy="65390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189" name="Rectangle 5188">
            <a:extLst>
              <a:ext uri="{FF2B5EF4-FFF2-40B4-BE49-F238E27FC236}">
                <a16:creationId xmlns:a16="http://schemas.microsoft.com/office/drawing/2014/main" id="{82095FCE-EF05-4443-B97A-85DEE3A5CA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8912" y="2185062"/>
            <a:ext cx="4983480"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Content Placeholder 4">
            <a:extLst>
              <a:ext uri="{FF2B5EF4-FFF2-40B4-BE49-F238E27FC236}">
                <a16:creationId xmlns:a16="http://schemas.microsoft.com/office/drawing/2014/main" id="{3258DAC1-DCEF-E38F-166A-8F1A5ECA0D22}"/>
              </a:ext>
            </a:extLst>
          </p:cNvPr>
          <p:cNvSpPr>
            <a:spLocks noGrp="1"/>
          </p:cNvSpPr>
          <p:nvPr>
            <p:ph idx="1"/>
          </p:nvPr>
        </p:nvSpPr>
        <p:spPr>
          <a:xfrm>
            <a:off x="438912" y="2512611"/>
            <a:ext cx="4832803" cy="3664351"/>
          </a:xfrm>
        </p:spPr>
        <p:txBody>
          <a:bodyPr>
            <a:normAutofit/>
          </a:bodyPr>
          <a:lstStyle/>
          <a:p>
            <a:pPr>
              <a:lnSpc>
                <a:spcPct val="100000"/>
              </a:lnSpc>
            </a:pPr>
            <a:r>
              <a:rPr lang="es-ES_tradnl" sz="1800"/>
              <a:t>Los escribas hebreos que copiaron el libro bíblico de Jeremías usaron la sustitución de cifrado Atbash. Aplicar el cifrado Atbash es bastante simple: simplemente invierte el orden de las letras del abecedario.</a:t>
            </a:r>
          </a:p>
          <a:p>
            <a:pPr>
              <a:lnSpc>
                <a:spcPct val="100000"/>
              </a:lnSpc>
            </a:pPr>
            <a:r>
              <a:rPr lang="es-ES_tradnl" sz="1800"/>
              <a:t>Por ejemplo, en inglés, a se convierte en z, b se convierte en y, c se convierte en x y así sucesivamente.</a:t>
            </a:r>
          </a:p>
          <a:p>
            <a:pPr>
              <a:lnSpc>
                <a:spcPct val="100000"/>
              </a:lnSpc>
            </a:pPr>
            <a:r>
              <a:rPr lang="es-ES_tradnl" sz="1800"/>
              <a:t>Ejemplo: </a:t>
            </a:r>
            <a:r>
              <a:rPr lang="es-ES_tradnl" sz="1800" b="1"/>
              <a:t>ATACAR AL AMANECER </a:t>
            </a:r>
          </a:p>
          <a:p>
            <a:pPr>
              <a:lnSpc>
                <a:spcPct val="100000"/>
              </a:lnSpc>
            </a:pPr>
            <a:r>
              <a:rPr lang="es-ES_tradnl" sz="1800"/>
              <a:t>Se convierte en </a:t>
            </a:r>
            <a:r>
              <a:rPr lang="es-ES_tradnl" sz="1800" b="1"/>
              <a:t>ZGZXZI ZO ZNZMVXVI</a:t>
            </a:r>
          </a:p>
        </p:txBody>
      </p:sp>
      <p:pic>
        <p:nvPicPr>
          <p:cNvPr id="4098" name="Picture 2" descr="Criptografía timeline | Timetoast timelines">
            <a:extLst>
              <a:ext uri="{FF2B5EF4-FFF2-40B4-BE49-F238E27FC236}">
                <a16:creationId xmlns:a16="http://schemas.microsoft.com/office/drawing/2014/main" id="{F4326CB4-EF0D-5998-FA1C-0728B7F6ED64}"/>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617368" y="1054972"/>
            <a:ext cx="5135719" cy="1668456"/>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descr="A white background with black text&#10;&#10;Description automatically generated">
            <a:extLst>
              <a:ext uri="{FF2B5EF4-FFF2-40B4-BE49-F238E27FC236}">
                <a16:creationId xmlns:a16="http://schemas.microsoft.com/office/drawing/2014/main" id="{5AACAFD4-E1A1-0731-8E65-DD033F147988}"/>
              </a:ext>
            </a:extLst>
          </p:cNvPr>
          <p:cNvPicPr>
            <a:picLocks noChangeAspect="1"/>
          </p:cNvPicPr>
          <p:nvPr/>
        </p:nvPicPr>
        <p:blipFill>
          <a:blip r:embed="rId3"/>
          <a:stretch>
            <a:fillRect/>
          </a:stretch>
        </p:blipFill>
        <p:spPr>
          <a:xfrm>
            <a:off x="6617368" y="4267769"/>
            <a:ext cx="5135719" cy="1065661"/>
          </a:xfrm>
          <a:prstGeom prst="rect">
            <a:avLst/>
          </a:prstGeom>
        </p:spPr>
      </p:pic>
    </p:spTree>
    <p:extLst>
      <p:ext uri="{BB962C8B-B14F-4D97-AF65-F5344CB8AC3E}">
        <p14:creationId xmlns:p14="http://schemas.microsoft.com/office/powerpoint/2010/main" val="26036473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2B15600-9CF0-F228-6DA3-D8EAE7655A87}"/>
              </a:ext>
            </a:extLst>
          </p:cNvPr>
          <p:cNvSpPr>
            <a:spLocks noGrp="1"/>
          </p:cNvSpPr>
          <p:nvPr>
            <p:ph type="title"/>
          </p:nvPr>
        </p:nvSpPr>
        <p:spPr>
          <a:xfrm>
            <a:off x="1524003" y="1999615"/>
            <a:ext cx="9144000" cy="2764028"/>
          </a:xfrm>
        </p:spPr>
        <p:txBody>
          <a:bodyPr vert="horz" lIns="91440" tIns="45720" rIns="91440" bIns="45720" rtlCol="0" anchor="ctr">
            <a:normAutofit/>
          </a:bodyPr>
          <a:lstStyle/>
          <a:p>
            <a:pPr algn="ctr"/>
            <a:r>
              <a:rPr lang="en-US" sz="4800" dirty="0" err="1"/>
              <a:t>Cifrado</a:t>
            </a:r>
            <a:r>
              <a:rPr lang="en-US" sz="4800" dirty="0"/>
              <a:t> </a:t>
            </a:r>
            <a:r>
              <a:rPr lang="en-US" sz="4800" u="sng" dirty="0" err="1"/>
              <a:t>Afines</a:t>
            </a:r>
            <a:endParaRPr lang="en-US" sz="4800" u="sng" dirty="0"/>
          </a:p>
        </p:txBody>
      </p:sp>
    </p:spTree>
    <p:extLst>
      <p:ext uri="{BB962C8B-B14F-4D97-AF65-F5344CB8AC3E}">
        <p14:creationId xmlns:p14="http://schemas.microsoft.com/office/powerpoint/2010/main" val="21437971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181" name="Rectangle 5180">
            <a:extLst>
              <a:ext uri="{FF2B5EF4-FFF2-40B4-BE49-F238E27FC236}">
                <a16:creationId xmlns:a16="http://schemas.microsoft.com/office/drawing/2014/main" id="{8F7AFB9A-7364-478C-B48B-8523CDD9AE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5183" name="Freeform: Shape 5182">
            <a:extLst>
              <a:ext uri="{FF2B5EF4-FFF2-40B4-BE49-F238E27FC236}">
                <a16:creationId xmlns:a16="http://schemas.microsoft.com/office/drawing/2014/main" id="{36678033-86B6-40E6-BE90-78D8ED4E3A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96002" cy="6858000"/>
          </a:xfrm>
          <a:custGeom>
            <a:avLst/>
            <a:gdLst>
              <a:gd name="connsiteX0" fmla="*/ 0 w 6096002"/>
              <a:gd name="connsiteY0" fmla="*/ 0 h 6858000"/>
              <a:gd name="connsiteX1" fmla="*/ 4885967 w 6096002"/>
              <a:gd name="connsiteY1" fmla="*/ 0 h 6858000"/>
              <a:gd name="connsiteX2" fmla="*/ 4946007 w 6096002"/>
              <a:gd name="connsiteY2" fmla="*/ 69271 h 6858000"/>
              <a:gd name="connsiteX3" fmla="*/ 6096002 w 6096002"/>
              <a:gd name="connsiteY3" fmla="*/ 3429000 h 6858000"/>
              <a:gd name="connsiteX4" fmla="*/ 4946007 w 6096002"/>
              <a:gd name="connsiteY4" fmla="*/ 6788730 h 6858000"/>
              <a:gd name="connsiteX5" fmla="*/ 4885967 w 6096002"/>
              <a:gd name="connsiteY5" fmla="*/ 6858000 h 6858000"/>
              <a:gd name="connsiteX6" fmla="*/ 0 w 6096002"/>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6002" h="6858000">
                <a:moveTo>
                  <a:pt x="0" y="0"/>
                </a:moveTo>
                <a:lnTo>
                  <a:pt x="4885967" y="0"/>
                </a:lnTo>
                <a:lnTo>
                  <a:pt x="4946007" y="69271"/>
                </a:lnTo>
                <a:cubicBezTo>
                  <a:pt x="5656533" y="929100"/>
                  <a:pt x="6096002" y="2116944"/>
                  <a:pt x="6096002" y="3429000"/>
                </a:cubicBezTo>
                <a:cubicBezTo>
                  <a:pt x="6096002" y="4741056"/>
                  <a:pt x="5656533" y="5928900"/>
                  <a:pt x="4946007" y="6788730"/>
                </a:cubicBezTo>
                <a:lnTo>
                  <a:pt x="4885967" y="6858000"/>
                </a:lnTo>
                <a:lnTo>
                  <a:pt x="0" y="6858000"/>
                </a:lnTo>
                <a:close/>
              </a:path>
            </a:pathLst>
          </a:custGeom>
          <a:ln w="9525">
            <a:solidFill>
              <a:schemeClr val="tx2">
                <a:lumMod val="10000"/>
                <a:lumOff val="90000"/>
              </a:schemeClr>
            </a:solidFill>
          </a:ln>
          <a:effectLst>
            <a:outerShdw blurRad="50800" dist="38100" algn="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5185" name="Freeform: Shape 5184">
            <a:extLst>
              <a:ext uri="{FF2B5EF4-FFF2-40B4-BE49-F238E27FC236}">
                <a16:creationId xmlns:a16="http://schemas.microsoft.com/office/drawing/2014/main" id="{D2542E1A-076E-4A34-BB67-2BF961754E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85370" cy="6858000"/>
          </a:xfrm>
          <a:custGeom>
            <a:avLst/>
            <a:gdLst>
              <a:gd name="connsiteX0" fmla="*/ 0 w 6085370"/>
              <a:gd name="connsiteY0" fmla="*/ 0 h 6858000"/>
              <a:gd name="connsiteX1" fmla="*/ 4875335 w 6085370"/>
              <a:gd name="connsiteY1" fmla="*/ 0 h 6858000"/>
              <a:gd name="connsiteX2" fmla="*/ 4935375 w 6085370"/>
              <a:gd name="connsiteY2" fmla="*/ 69271 h 6858000"/>
              <a:gd name="connsiteX3" fmla="*/ 6085370 w 6085370"/>
              <a:gd name="connsiteY3" fmla="*/ 3429000 h 6858000"/>
              <a:gd name="connsiteX4" fmla="*/ 4935375 w 6085370"/>
              <a:gd name="connsiteY4" fmla="*/ 6788730 h 6858000"/>
              <a:gd name="connsiteX5" fmla="*/ 4875335 w 6085370"/>
              <a:gd name="connsiteY5" fmla="*/ 6858000 h 6858000"/>
              <a:gd name="connsiteX6" fmla="*/ 0 w 608537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85370" h="6858000">
                <a:moveTo>
                  <a:pt x="0" y="0"/>
                </a:moveTo>
                <a:lnTo>
                  <a:pt x="4875335" y="0"/>
                </a:lnTo>
                <a:lnTo>
                  <a:pt x="4935375" y="69271"/>
                </a:lnTo>
                <a:cubicBezTo>
                  <a:pt x="5645901" y="929100"/>
                  <a:pt x="6085370" y="2116944"/>
                  <a:pt x="6085370" y="3429000"/>
                </a:cubicBezTo>
                <a:cubicBezTo>
                  <a:pt x="6085370" y="4741056"/>
                  <a:pt x="5645901" y="5928900"/>
                  <a:pt x="4935375" y="6788730"/>
                </a:cubicBezTo>
                <a:lnTo>
                  <a:pt x="4875335"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itle 3">
            <a:extLst>
              <a:ext uri="{FF2B5EF4-FFF2-40B4-BE49-F238E27FC236}">
                <a16:creationId xmlns:a16="http://schemas.microsoft.com/office/drawing/2014/main" id="{DF974C80-E1A4-F270-DCEE-886879BA19A5}"/>
              </a:ext>
            </a:extLst>
          </p:cNvPr>
          <p:cNvSpPr>
            <a:spLocks noGrp="1"/>
          </p:cNvSpPr>
          <p:nvPr>
            <p:ph type="title"/>
          </p:nvPr>
        </p:nvSpPr>
        <p:spPr>
          <a:xfrm>
            <a:off x="438913" y="859536"/>
            <a:ext cx="4832802" cy="1243584"/>
          </a:xfrm>
        </p:spPr>
        <p:txBody>
          <a:bodyPr>
            <a:normAutofit/>
          </a:bodyPr>
          <a:lstStyle/>
          <a:p>
            <a:pPr marL="685800" indent="-685800">
              <a:buFont typeface="Arial" panose="020B0604020202020204" pitchFamily="34" charset="0"/>
              <a:buChar char="•"/>
            </a:pPr>
            <a:r>
              <a:rPr lang="es-ES_tradnl" sz="3400" dirty="0"/>
              <a:t>Cifrado de Afines</a:t>
            </a:r>
          </a:p>
        </p:txBody>
      </p:sp>
      <p:sp>
        <p:nvSpPr>
          <p:cNvPr id="5187" name="Rectangle 5186">
            <a:extLst>
              <a:ext uri="{FF2B5EF4-FFF2-40B4-BE49-F238E27FC236}">
                <a16:creationId xmlns:a16="http://schemas.microsoft.com/office/drawing/2014/main" id="{75C56826-D4E5-42ED-8529-079651CB30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152144"/>
            <a:ext cx="128016" cy="65390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189" name="Rectangle 5188">
            <a:extLst>
              <a:ext uri="{FF2B5EF4-FFF2-40B4-BE49-F238E27FC236}">
                <a16:creationId xmlns:a16="http://schemas.microsoft.com/office/drawing/2014/main" id="{82095FCE-EF05-4443-B97A-85DEE3A5CA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8912" y="2185062"/>
            <a:ext cx="4983480"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Content Placeholder 4">
            <a:extLst>
              <a:ext uri="{FF2B5EF4-FFF2-40B4-BE49-F238E27FC236}">
                <a16:creationId xmlns:a16="http://schemas.microsoft.com/office/drawing/2014/main" id="{3258DAC1-DCEF-E38F-166A-8F1A5ECA0D22}"/>
              </a:ext>
            </a:extLst>
          </p:cNvPr>
          <p:cNvSpPr>
            <a:spLocks noGrp="1"/>
          </p:cNvSpPr>
          <p:nvPr>
            <p:ph idx="1"/>
          </p:nvPr>
        </p:nvSpPr>
        <p:spPr>
          <a:xfrm>
            <a:off x="438912" y="2512611"/>
            <a:ext cx="9627146" cy="3664351"/>
          </a:xfrm>
        </p:spPr>
        <p:txBody>
          <a:bodyPr>
            <a:normAutofit fontScale="92500" lnSpcReduction="20000"/>
          </a:bodyPr>
          <a:lstStyle/>
          <a:p>
            <a:pPr>
              <a:lnSpc>
                <a:spcPct val="100000"/>
              </a:lnSpc>
            </a:pPr>
            <a:r>
              <a:rPr lang="es-ES_tradnl" sz="1800" dirty="0"/>
              <a:t>Los cifrados afines son cualquier cifrado alfabético de sustitución única de la forma.</a:t>
            </a:r>
          </a:p>
          <a:p>
            <a:pPr>
              <a:lnSpc>
                <a:spcPct val="100000"/>
              </a:lnSpc>
            </a:pPr>
            <a:endParaRPr lang="es-ES_tradnl" sz="1800" dirty="0"/>
          </a:p>
          <a:p>
            <a:pPr>
              <a:lnSpc>
                <a:spcPct val="100000"/>
              </a:lnSpc>
            </a:pPr>
            <a:endParaRPr lang="es-ES_tradnl" sz="1800" dirty="0"/>
          </a:p>
          <a:p>
            <a:pPr>
              <a:lnSpc>
                <a:spcPct val="100000"/>
              </a:lnSpc>
            </a:pPr>
            <a:r>
              <a:rPr lang="es-ES_tradnl" sz="1800" dirty="0"/>
              <a:t>Donde M = tamaño del alfabeto</a:t>
            </a:r>
          </a:p>
          <a:p>
            <a:pPr>
              <a:lnSpc>
                <a:spcPct val="100000"/>
              </a:lnSpc>
            </a:pPr>
            <a:r>
              <a:rPr lang="es-ES_tradnl" sz="1800" dirty="0"/>
              <a:t>a= un entero que no posee factor común con M.</a:t>
            </a:r>
          </a:p>
          <a:p>
            <a:pPr>
              <a:lnSpc>
                <a:spcPct val="100000"/>
              </a:lnSpc>
            </a:pPr>
            <a:r>
              <a:rPr lang="es-ES_tradnl" sz="1800" dirty="0"/>
              <a:t>K = (</a:t>
            </a:r>
            <a:r>
              <a:rPr lang="es-ES_tradnl" sz="1800" dirty="0" err="1"/>
              <a:t>a,b</a:t>
            </a:r>
            <a:r>
              <a:rPr lang="es-ES_tradnl" sz="1800" dirty="0"/>
              <a:t>)</a:t>
            </a:r>
          </a:p>
          <a:p>
            <a:pPr>
              <a:lnSpc>
                <a:spcPct val="100000"/>
              </a:lnSpc>
            </a:pPr>
            <a:endParaRPr lang="es-ES_tradnl" sz="1800" dirty="0"/>
          </a:p>
          <a:p>
            <a:pPr>
              <a:lnSpc>
                <a:spcPct val="100000"/>
              </a:lnSpc>
            </a:pPr>
            <a:r>
              <a:rPr lang="es-ES_tradnl" sz="1800" b="1" dirty="0"/>
              <a:t>Ejemplo:</a:t>
            </a:r>
          </a:p>
          <a:p>
            <a:pPr>
              <a:lnSpc>
                <a:spcPct val="100000"/>
              </a:lnSpc>
            </a:pPr>
            <a:r>
              <a:rPr lang="es-ES_tradnl" sz="1800" dirty="0"/>
              <a:t>Con a = 3 y b = 8</a:t>
            </a:r>
          </a:p>
          <a:p>
            <a:pPr>
              <a:lnSpc>
                <a:spcPct val="100000"/>
              </a:lnSpc>
            </a:pPr>
            <a:r>
              <a:rPr lang="es-ES_tradnl" sz="1800" dirty="0"/>
              <a:t>Mensaje : “ATACAR AL AMACECER”</a:t>
            </a:r>
          </a:p>
          <a:p>
            <a:pPr>
              <a:lnSpc>
                <a:spcPct val="100000"/>
              </a:lnSpc>
            </a:pPr>
            <a:r>
              <a:rPr lang="es-ES_tradnl" sz="1800" dirty="0" err="1"/>
              <a:t>Cipher</a:t>
            </a:r>
            <a:r>
              <a:rPr lang="es-ES_tradnl" sz="1800" dirty="0"/>
              <a:t> = “INIOIH IP ISIVUOUH”</a:t>
            </a:r>
          </a:p>
        </p:txBody>
      </p:sp>
      <p:pic>
        <p:nvPicPr>
          <p:cNvPr id="3" name="Picture 2">
            <a:extLst>
              <a:ext uri="{FF2B5EF4-FFF2-40B4-BE49-F238E27FC236}">
                <a16:creationId xmlns:a16="http://schemas.microsoft.com/office/drawing/2014/main" id="{680C4814-C286-F862-E0F4-7970610C5A1A}"/>
              </a:ext>
            </a:extLst>
          </p:cNvPr>
          <p:cNvPicPr>
            <a:picLocks noChangeAspect="1"/>
          </p:cNvPicPr>
          <p:nvPr/>
        </p:nvPicPr>
        <p:blipFill>
          <a:blip r:embed="rId2"/>
          <a:stretch>
            <a:fillRect/>
          </a:stretch>
        </p:blipFill>
        <p:spPr>
          <a:xfrm>
            <a:off x="2293658" y="2742655"/>
            <a:ext cx="7772400" cy="686345"/>
          </a:xfrm>
          <a:prstGeom prst="rect">
            <a:avLst/>
          </a:prstGeom>
        </p:spPr>
      </p:pic>
    </p:spTree>
    <p:extLst>
      <p:ext uri="{BB962C8B-B14F-4D97-AF65-F5344CB8AC3E}">
        <p14:creationId xmlns:p14="http://schemas.microsoft.com/office/powerpoint/2010/main" val="15444558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2B15600-9CF0-F228-6DA3-D8EAE7655A87}"/>
              </a:ext>
            </a:extLst>
          </p:cNvPr>
          <p:cNvSpPr>
            <a:spLocks noGrp="1"/>
          </p:cNvSpPr>
          <p:nvPr>
            <p:ph type="title"/>
          </p:nvPr>
        </p:nvSpPr>
        <p:spPr>
          <a:xfrm>
            <a:off x="1524003" y="1999615"/>
            <a:ext cx="9144000" cy="2764028"/>
          </a:xfrm>
        </p:spPr>
        <p:txBody>
          <a:bodyPr vert="horz" lIns="91440" tIns="45720" rIns="91440" bIns="45720" rtlCol="0" anchor="ctr">
            <a:normAutofit/>
          </a:bodyPr>
          <a:lstStyle/>
          <a:p>
            <a:pPr algn="ctr"/>
            <a:r>
              <a:rPr lang="en-US" sz="4800" dirty="0" err="1"/>
              <a:t>Cifrado</a:t>
            </a:r>
            <a:r>
              <a:rPr lang="en-US" sz="4800" dirty="0"/>
              <a:t> ROT13</a:t>
            </a:r>
          </a:p>
        </p:txBody>
      </p:sp>
    </p:spTree>
    <p:extLst>
      <p:ext uri="{BB962C8B-B14F-4D97-AF65-F5344CB8AC3E}">
        <p14:creationId xmlns:p14="http://schemas.microsoft.com/office/powerpoint/2010/main" val="19383987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F974C80-E1A4-F270-DCEE-886879BA19A5}"/>
              </a:ext>
            </a:extLst>
          </p:cNvPr>
          <p:cNvSpPr>
            <a:spLocks noGrp="1"/>
          </p:cNvSpPr>
          <p:nvPr>
            <p:ph type="title"/>
          </p:nvPr>
        </p:nvSpPr>
        <p:spPr>
          <a:xfrm>
            <a:off x="411480" y="991443"/>
            <a:ext cx="4443154" cy="1087819"/>
          </a:xfrm>
        </p:spPr>
        <p:txBody>
          <a:bodyPr anchor="b">
            <a:normAutofit/>
          </a:bodyPr>
          <a:lstStyle/>
          <a:p>
            <a:pPr marL="685800" indent="-685800">
              <a:buFont typeface="Arial" panose="020B0604020202020204" pitchFamily="34" charset="0"/>
              <a:buChar char="•"/>
            </a:pPr>
            <a:r>
              <a:rPr lang="es-ES_tradnl" sz="3400" dirty="0"/>
              <a:t>Cifrado de ROT13</a:t>
            </a:r>
          </a:p>
        </p:txBody>
      </p:sp>
      <p:sp>
        <p:nvSpPr>
          <p:cNvPr id="5" name="Content Placeholder 4">
            <a:extLst>
              <a:ext uri="{FF2B5EF4-FFF2-40B4-BE49-F238E27FC236}">
                <a16:creationId xmlns:a16="http://schemas.microsoft.com/office/drawing/2014/main" id="{3258DAC1-DCEF-E38F-166A-8F1A5ECA0D22}"/>
              </a:ext>
            </a:extLst>
          </p:cNvPr>
          <p:cNvSpPr>
            <a:spLocks noGrp="1"/>
          </p:cNvSpPr>
          <p:nvPr>
            <p:ph idx="1"/>
          </p:nvPr>
        </p:nvSpPr>
        <p:spPr>
          <a:xfrm>
            <a:off x="411480" y="2684095"/>
            <a:ext cx="4443154" cy="3492868"/>
          </a:xfrm>
        </p:spPr>
        <p:txBody>
          <a:bodyPr>
            <a:normAutofit/>
          </a:bodyPr>
          <a:lstStyle/>
          <a:p>
            <a:r>
              <a:rPr lang="es-ES_tradnl" sz="1600" dirty="0"/>
              <a:t>ROT 13 es un cifrado trivial de sustitución única. ROT es la abreviatura de rotar: cada letra se rota 13 a la derecha:</a:t>
            </a:r>
            <a:endParaRPr lang="es-ES_tradnl" sz="1700" dirty="0"/>
          </a:p>
        </p:txBody>
      </p:sp>
      <p:pic>
        <p:nvPicPr>
          <p:cNvPr id="2" name="Picture 1">
            <a:extLst>
              <a:ext uri="{FF2B5EF4-FFF2-40B4-BE49-F238E27FC236}">
                <a16:creationId xmlns:a16="http://schemas.microsoft.com/office/drawing/2014/main" id="{4E9A1690-FC17-D961-C113-9B4155D35211}"/>
              </a:ext>
            </a:extLst>
          </p:cNvPr>
          <p:cNvPicPr>
            <a:picLocks noChangeAspect="1"/>
          </p:cNvPicPr>
          <p:nvPr/>
        </p:nvPicPr>
        <p:blipFill>
          <a:blip r:embed="rId2"/>
          <a:stretch>
            <a:fillRect/>
          </a:stretch>
        </p:blipFill>
        <p:spPr>
          <a:xfrm>
            <a:off x="2339378" y="4430529"/>
            <a:ext cx="7772400" cy="701957"/>
          </a:xfrm>
          <a:prstGeom prst="rect">
            <a:avLst/>
          </a:prstGeom>
        </p:spPr>
      </p:pic>
    </p:spTree>
    <p:extLst>
      <p:ext uri="{BB962C8B-B14F-4D97-AF65-F5344CB8AC3E}">
        <p14:creationId xmlns:p14="http://schemas.microsoft.com/office/powerpoint/2010/main" val="3662408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2B15600-9CF0-F228-6DA3-D8EAE7655A87}"/>
              </a:ext>
            </a:extLst>
          </p:cNvPr>
          <p:cNvSpPr>
            <a:spLocks noGrp="1"/>
          </p:cNvSpPr>
          <p:nvPr>
            <p:ph type="title"/>
          </p:nvPr>
        </p:nvSpPr>
        <p:spPr>
          <a:xfrm>
            <a:off x="1524003" y="1999615"/>
            <a:ext cx="9144000" cy="2764028"/>
          </a:xfrm>
        </p:spPr>
        <p:txBody>
          <a:bodyPr vert="horz" lIns="91440" tIns="45720" rIns="91440" bIns="45720" rtlCol="0" anchor="ctr">
            <a:normAutofit/>
          </a:bodyPr>
          <a:lstStyle/>
          <a:p>
            <a:pPr algn="ctr"/>
            <a:r>
              <a:rPr lang="en-US" sz="4800" dirty="0" err="1"/>
              <a:t>Cifrado</a:t>
            </a:r>
            <a:r>
              <a:rPr lang="en-US" sz="4800" dirty="0"/>
              <a:t> </a:t>
            </a:r>
            <a:r>
              <a:rPr lang="en-US" sz="4800" dirty="0" err="1"/>
              <a:t>Vigenére</a:t>
            </a:r>
            <a:endParaRPr lang="en-US" sz="4800" dirty="0"/>
          </a:p>
        </p:txBody>
      </p:sp>
    </p:spTree>
    <p:extLst>
      <p:ext uri="{BB962C8B-B14F-4D97-AF65-F5344CB8AC3E}">
        <p14:creationId xmlns:p14="http://schemas.microsoft.com/office/powerpoint/2010/main" val="1778081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0" name="Rectangle 39">
            <a:extLst>
              <a:ext uri="{FF2B5EF4-FFF2-40B4-BE49-F238E27FC236}">
                <a16:creationId xmlns:a16="http://schemas.microsoft.com/office/drawing/2014/main" id="{84ECDE7A-6944-466D-8FFE-149A29BA6B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41" name="Rectangle 40">
            <a:extLst>
              <a:ext uri="{FF2B5EF4-FFF2-40B4-BE49-F238E27FC236}">
                <a16:creationId xmlns:a16="http://schemas.microsoft.com/office/drawing/2014/main" id="{B3420082-9415-44EC-802E-C77D71D59C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42" name="Rectangle 41">
            <a:extLst>
              <a:ext uri="{FF2B5EF4-FFF2-40B4-BE49-F238E27FC236}">
                <a16:creationId xmlns:a16="http://schemas.microsoft.com/office/drawing/2014/main" id="{55A52C45-1FCB-4636-A80F-2849B8226C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itle 3">
            <a:extLst>
              <a:ext uri="{FF2B5EF4-FFF2-40B4-BE49-F238E27FC236}">
                <a16:creationId xmlns:a16="http://schemas.microsoft.com/office/drawing/2014/main" id="{DF974C80-E1A4-F270-DCEE-886879BA19A5}"/>
              </a:ext>
            </a:extLst>
          </p:cNvPr>
          <p:cNvSpPr>
            <a:spLocks noGrp="1"/>
          </p:cNvSpPr>
          <p:nvPr>
            <p:ph type="title"/>
          </p:nvPr>
        </p:nvSpPr>
        <p:spPr>
          <a:xfrm>
            <a:off x="1115568" y="548640"/>
            <a:ext cx="10168128" cy="1179576"/>
          </a:xfrm>
        </p:spPr>
        <p:txBody>
          <a:bodyPr>
            <a:normAutofit/>
          </a:bodyPr>
          <a:lstStyle/>
          <a:p>
            <a:pPr marL="685800" indent="-685800">
              <a:buFont typeface="Arial" panose="020B0604020202020204" pitchFamily="34" charset="0"/>
              <a:buChar char="•"/>
            </a:pPr>
            <a:r>
              <a:rPr lang="es-ES_tradnl"/>
              <a:t>Cifrado Vigenére</a:t>
            </a:r>
          </a:p>
        </p:txBody>
      </p:sp>
      <p:sp>
        <p:nvSpPr>
          <p:cNvPr id="43" name="Rectangle 42">
            <a:extLst>
              <a:ext uri="{FF2B5EF4-FFF2-40B4-BE49-F238E27FC236}">
                <a16:creationId xmlns:a16="http://schemas.microsoft.com/office/drawing/2014/main" id="{768EB4DD-3704-43AD-92B3-C4E0C6EA92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70799"/>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3" name="Picture 2">
            <a:extLst>
              <a:ext uri="{FF2B5EF4-FFF2-40B4-BE49-F238E27FC236}">
                <a16:creationId xmlns:a16="http://schemas.microsoft.com/office/drawing/2014/main" id="{105B2DEA-5413-6940-BE87-DB8921FE161A}"/>
              </a:ext>
            </a:extLst>
          </p:cNvPr>
          <p:cNvPicPr>
            <a:picLocks noChangeAspect="1"/>
          </p:cNvPicPr>
          <p:nvPr/>
        </p:nvPicPr>
        <p:blipFill rotWithShape="1">
          <a:blip r:embed="rId2"/>
          <a:srcRect t="1045" r="2" b="2"/>
          <a:stretch/>
        </p:blipFill>
        <p:spPr>
          <a:xfrm>
            <a:off x="908304" y="2276856"/>
            <a:ext cx="6009855" cy="3895344"/>
          </a:xfrm>
          <a:prstGeom prst="rect">
            <a:avLst/>
          </a:prstGeom>
        </p:spPr>
      </p:pic>
      <p:sp>
        <p:nvSpPr>
          <p:cNvPr id="5" name="Content Placeholder 4">
            <a:extLst>
              <a:ext uri="{FF2B5EF4-FFF2-40B4-BE49-F238E27FC236}">
                <a16:creationId xmlns:a16="http://schemas.microsoft.com/office/drawing/2014/main" id="{3258DAC1-DCEF-E38F-166A-8F1A5ECA0D22}"/>
              </a:ext>
            </a:extLst>
          </p:cNvPr>
          <p:cNvSpPr>
            <a:spLocks noGrp="1"/>
          </p:cNvSpPr>
          <p:nvPr>
            <p:ph idx="1"/>
          </p:nvPr>
        </p:nvSpPr>
        <p:spPr>
          <a:xfrm>
            <a:off x="7411453" y="2478024"/>
            <a:ext cx="3872243" cy="3694176"/>
          </a:xfrm>
        </p:spPr>
        <p:txBody>
          <a:bodyPr anchor="ctr">
            <a:normAutofit/>
          </a:bodyPr>
          <a:lstStyle/>
          <a:p>
            <a:r>
              <a:rPr lang="es-ES_tradnl" sz="1800"/>
              <a:t>Un cifrado de Vigenère (Roma, siglo XV) utiliza una tabla que consta de diferentes cifrados Caesar en secuencia Hace que el análisis de frecuencia sea más difícil</a:t>
            </a:r>
          </a:p>
        </p:txBody>
      </p:sp>
    </p:spTree>
    <p:extLst>
      <p:ext uri="{BB962C8B-B14F-4D97-AF65-F5344CB8AC3E}">
        <p14:creationId xmlns:p14="http://schemas.microsoft.com/office/powerpoint/2010/main" val="21272821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0" name="Rectangle 39">
            <a:extLst>
              <a:ext uri="{FF2B5EF4-FFF2-40B4-BE49-F238E27FC236}">
                <a16:creationId xmlns:a16="http://schemas.microsoft.com/office/drawing/2014/main" id="{84ECDE7A-6944-466D-8FFE-149A29BA6B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41" name="Rectangle 40">
            <a:extLst>
              <a:ext uri="{FF2B5EF4-FFF2-40B4-BE49-F238E27FC236}">
                <a16:creationId xmlns:a16="http://schemas.microsoft.com/office/drawing/2014/main" id="{B3420082-9415-44EC-802E-C77D71D59C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42" name="Rectangle 41">
            <a:extLst>
              <a:ext uri="{FF2B5EF4-FFF2-40B4-BE49-F238E27FC236}">
                <a16:creationId xmlns:a16="http://schemas.microsoft.com/office/drawing/2014/main" id="{55A52C45-1FCB-4636-A80F-2849B8226C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itle 3">
            <a:extLst>
              <a:ext uri="{FF2B5EF4-FFF2-40B4-BE49-F238E27FC236}">
                <a16:creationId xmlns:a16="http://schemas.microsoft.com/office/drawing/2014/main" id="{DF974C80-E1A4-F270-DCEE-886879BA19A5}"/>
              </a:ext>
            </a:extLst>
          </p:cNvPr>
          <p:cNvSpPr>
            <a:spLocks noGrp="1"/>
          </p:cNvSpPr>
          <p:nvPr>
            <p:ph type="title"/>
          </p:nvPr>
        </p:nvSpPr>
        <p:spPr>
          <a:xfrm>
            <a:off x="1115568" y="548640"/>
            <a:ext cx="10168128" cy="1179576"/>
          </a:xfrm>
        </p:spPr>
        <p:txBody>
          <a:bodyPr>
            <a:normAutofit/>
          </a:bodyPr>
          <a:lstStyle/>
          <a:p>
            <a:pPr marL="685800" indent="-685800">
              <a:buFont typeface="Arial" panose="020B0604020202020204" pitchFamily="34" charset="0"/>
              <a:buChar char="•"/>
            </a:pPr>
            <a:r>
              <a:rPr lang="es-ES_tradnl"/>
              <a:t>Cifrado Vigenére</a:t>
            </a:r>
          </a:p>
        </p:txBody>
      </p:sp>
      <p:sp>
        <p:nvSpPr>
          <p:cNvPr id="43" name="Rectangle 42">
            <a:extLst>
              <a:ext uri="{FF2B5EF4-FFF2-40B4-BE49-F238E27FC236}">
                <a16:creationId xmlns:a16="http://schemas.microsoft.com/office/drawing/2014/main" id="{768EB4DD-3704-43AD-92B3-C4E0C6EA92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70799"/>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7" name="Picture 6">
            <a:extLst>
              <a:ext uri="{FF2B5EF4-FFF2-40B4-BE49-F238E27FC236}">
                <a16:creationId xmlns:a16="http://schemas.microsoft.com/office/drawing/2014/main" id="{E193CAF3-C621-B80E-DFBE-6EC410F5935B}"/>
              </a:ext>
            </a:extLst>
          </p:cNvPr>
          <p:cNvPicPr>
            <a:picLocks noChangeAspect="1"/>
          </p:cNvPicPr>
          <p:nvPr/>
        </p:nvPicPr>
        <p:blipFill>
          <a:blip r:embed="rId2"/>
          <a:stretch>
            <a:fillRect/>
          </a:stretch>
        </p:blipFill>
        <p:spPr>
          <a:xfrm>
            <a:off x="2209800" y="2276856"/>
            <a:ext cx="8442960" cy="3991094"/>
          </a:xfrm>
          <a:prstGeom prst="rect">
            <a:avLst/>
          </a:prstGeom>
        </p:spPr>
      </p:pic>
    </p:spTree>
    <p:extLst>
      <p:ext uri="{BB962C8B-B14F-4D97-AF65-F5344CB8AC3E}">
        <p14:creationId xmlns:p14="http://schemas.microsoft.com/office/powerpoint/2010/main" val="38587016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8" name="Rectangle 47">
            <a:extLst>
              <a:ext uri="{FF2B5EF4-FFF2-40B4-BE49-F238E27FC236}">
                <a16:creationId xmlns:a16="http://schemas.microsoft.com/office/drawing/2014/main" id="{8D06CE56-3881-4ADA-8CEF-D18B02C24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0" name="Rectangle 49">
            <a:extLst>
              <a:ext uri="{FF2B5EF4-FFF2-40B4-BE49-F238E27FC236}">
                <a16:creationId xmlns:a16="http://schemas.microsoft.com/office/drawing/2014/main" id="{79F3C543-62EC-4433-9C93-A2CD8764E9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52" name="Rectangle 51">
            <a:extLst>
              <a:ext uri="{FF2B5EF4-FFF2-40B4-BE49-F238E27FC236}">
                <a16:creationId xmlns:a16="http://schemas.microsoft.com/office/drawing/2014/main" id="{017517EF-BD4D-4055-BDB4-A322C53568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54" name="Rectangle 53">
            <a:extLst>
              <a:ext uri="{FF2B5EF4-FFF2-40B4-BE49-F238E27FC236}">
                <a16:creationId xmlns:a16="http://schemas.microsoft.com/office/drawing/2014/main" id="{0ADDB668-2CA4-4D2B-9C34-3487CA330B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1553" y="304802"/>
            <a:ext cx="11097349" cy="1573149"/>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itle 3">
            <a:extLst>
              <a:ext uri="{FF2B5EF4-FFF2-40B4-BE49-F238E27FC236}">
                <a16:creationId xmlns:a16="http://schemas.microsoft.com/office/drawing/2014/main" id="{DF974C80-E1A4-F270-DCEE-886879BA19A5}"/>
              </a:ext>
            </a:extLst>
          </p:cNvPr>
          <p:cNvSpPr>
            <a:spLocks noGrp="1"/>
          </p:cNvSpPr>
          <p:nvPr>
            <p:ph type="title"/>
          </p:nvPr>
        </p:nvSpPr>
        <p:spPr>
          <a:xfrm>
            <a:off x="901690" y="405575"/>
            <a:ext cx="6430414" cy="1371600"/>
          </a:xfrm>
        </p:spPr>
        <p:txBody>
          <a:bodyPr vert="horz" lIns="91440" tIns="45720" rIns="91440" bIns="45720" rtlCol="0" anchor="ctr">
            <a:normAutofit/>
          </a:bodyPr>
          <a:lstStyle/>
          <a:p>
            <a:pPr marL="685800" indent="-685800"/>
            <a:r>
              <a:rPr lang="en-US"/>
              <a:t>Cifrado Vigenére</a:t>
            </a:r>
          </a:p>
        </p:txBody>
      </p:sp>
      <p:sp>
        <p:nvSpPr>
          <p:cNvPr id="56" name="Rectangle 55">
            <a:extLst>
              <a:ext uri="{FF2B5EF4-FFF2-40B4-BE49-F238E27FC236}">
                <a16:creationId xmlns:a16="http://schemas.microsoft.com/office/drawing/2014/main" id="{2568BC19-F052-4108-93E1-6A3D1DEC07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4784" y="764424"/>
            <a:ext cx="128016" cy="65390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8" name="Rectangle 57">
            <a:extLst>
              <a:ext uri="{FF2B5EF4-FFF2-40B4-BE49-F238E27FC236}">
                <a16:creationId xmlns:a16="http://schemas.microsoft.com/office/drawing/2014/main" id="{D5FD337D-4D6B-4C8B-B6F5-121097E098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130604" y="1071836"/>
            <a:ext cx="1021458" cy="9144"/>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2" name="Picture 1" descr="A close-up of a test&#10;&#10;Description automatically generated">
            <a:extLst>
              <a:ext uri="{FF2B5EF4-FFF2-40B4-BE49-F238E27FC236}">
                <a16:creationId xmlns:a16="http://schemas.microsoft.com/office/drawing/2014/main" id="{059A3315-F84C-CB38-9CA9-7C6EA5906553}"/>
              </a:ext>
            </a:extLst>
          </p:cNvPr>
          <p:cNvPicPr>
            <a:picLocks noChangeAspect="1"/>
          </p:cNvPicPr>
          <p:nvPr/>
        </p:nvPicPr>
        <p:blipFill>
          <a:blip r:embed="rId2"/>
          <a:stretch>
            <a:fillRect/>
          </a:stretch>
        </p:blipFill>
        <p:spPr>
          <a:xfrm>
            <a:off x="1693293" y="2091095"/>
            <a:ext cx="8808878" cy="4206240"/>
          </a:xfrm>
          <a:prstGeom prst="rect">
            <a:avLst/>
          </a:prstGeom>
        </p:spPr>
      </p:pic>
    </p:spTree>
    <p:extLst>
      <p:ext uri="{BB962C8B-B14F-4D97-AF65-F5344CB8AC3E}">
        <p14:creationId xmlns:p14="http://schemas.microsoft.com/office/powerpoint/2010/main" val="5642487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2B15600-9CF0-F228-6DA3-D8EAE7655A87}"/>
              </a:ext>
            </a:extLst>
          </p:cNvPr>
          <p:cNvSpPr>
            <a:spLocks noGrp="1"/>
          </p:cNvSpPr>
          <p:nvPr>
            <p:ph type="title"/>
          </p:nvPr>
        </p:nvSpPr>
        <p:spPr>
          <a:xfrm>
            <a:off x="1524003" y="1999615"/>
            <a:ext cx="9144000" cy="2764028"/>
          </a:xfrm>
        </p:spPr>
        <p:txBody>
          <a:bodyPr vert="horz" lIns="91440" tIns="45720" rIns="91440" bIns="45720" rtlCol="0" anchor="ctr">
            <a:normAutofit/>
          </a:bodyPr>
          <a:lstStyle/>
          <a:p>
            <a:pPr algn="ctr"/>
            <a:r>
              <a:rPr lang="en-US" sz="4800" dirty="0"/>
              <a:t>OTROS CIFRADOS</a:t>
            </a:r>
          </a:p>
        </p:txBody>
      </p:sp>
    </p:spTree>
    <p:extLst>
      <p:ext uri="{BB962C8B-B14F-4D97-AF65-F5344CB8AC3E}">
        <p14:creationId xmlns:p14="http://schemas.microsoft.com/office/powerpoint/2010/main" val="37146990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F974C80-E1A4-F270-DCEE-886879BA19A5}"/>
              </a:ext>
            </a:extLst>
          </p:cNvPr>
          <p:cNvSpPr>
            <a:spLocks noGrp="1"/>
          </p:cNvSpPr>
          <p:nvPr>
            <p:ph type="title"/>
          </p:nvPr>
        </p:nvSpPr>
        <p:spPr>
          <a:xfrm>
            <a:off x="411480" y="991443"/>
            <a:ext cx="4443154" cy="1087819"/>
          </a:xfrm>
        </p:spPr>
        <p:txBody>
          <a:bodyPr anchor="b">
            <a:normAutofit/>
          </a:bodyPr>
          <a:lstStyle/>
          <a:p>
            <a:pPr marL="685800" indent="-685800">
              <a:buFont typeface="Arial" panose="020B0604020202020204" pitchFamily="34" charset="0"/>
              <a:buChar char="•"/>
            </a:pPr>
            <a:r>
              <a:rPr lang="es-ES_tradnl" sz="3400" dirty="0"/>
              <a:t>Cifrado de Transposición</a:t>
            </a:r>
          </a:p>
        </p:txBody>
      </p:sp>
      <p:sp>
        <p:nvSpPr>
          <p:cNvPr id="5" name="Content Placeholder 4">
            <a:extLst>
              <a:ext uri="{FF2B5EF4-FFF2-40B4-BE49-F238E27FC236}">
                <a16:creationId xmlns:a16="http://schemas.microsoft.com/office/drawing/2014/main" id="{3258DAC1-DCEF-E38F-166A-8F1A5ECA0D22}"/>
              </a:ext>
            </a:extLst>
          </p:cNvPr>
          <p:cNvSpPr>
            <a:spLocks noGrp="1"/>
          </p:cNvSpPr>
          <p:nvPr>
            <p:ph idx="1"/>
          </p:nvPr>
        </p:nvSpPr>
        <p:spPr>
          <a:xfrm>
            <a:off x="411480" y="2684095"/>
            <a:ext cx="4443154" cy="3492868"/>
          </a:xfrm>
        </p:spPr>
        <p:txBody>
          <a:bodyPr>
            <a:normAutofit fontScale="92500" lnSpcReduction="20000"/>
          </a:bodyPr>
          <a:lstStyle/>
          <a:p>
            <a:r>
              <a:rPr lang="es-ES_tradnl" sz="1600" dirty="0"/>
              <a:t>Cifrados de transposición:</a:t>
            </a:r>
          </a:p>
          <a:p>
            <a:r>
              <a:rPr lang="es-ES_tradnl" sz="1600" dirty="0"/>
              <a:t>Los cifrados de sustitución son aquellos en los que cada letra se reemplaza por otra letra (o símbolo) de alguna manera sistemática. Sin embargo, el orden en el que aparecen las letras sigue siendo el mismo.</a:t>
            </a:r>
          </a:p>
          <a:p>
            <a:r>
              <a:rPr lang="es-ES_tradnl" sz="1600" dirty="0"/>
              <a:t>En contraste, los cifrados de transposición son aquellos para los que las letras siguen siendo las mismas, pero el orden está todo mezclado.</a:t>
            </a:r>
          </a:p>
          <a:p>
            <a:r>
              <a:rPr lang="es-ES_tradnl" sz="1600" dirty="0"/>
              <a:t>Fueron usados desde muchos siglos atrás. Por ejemplo, los antiguos egipcios y griegos utilizaron un artefacto llamado </a:t>
            </a:r>
            <a:r>
              <a:rPr lang="es-ES_tradnl" sz="1600" dirty="0" err="1"/>
              <a:t>escítala</a:t>
            </a:r>
            <a:r>
              <a:rPr lang="es-ES_tradnl" sz="1600" dirty="0"/>
              <a:t> </a:t>
            </a:r>
            <a:r>
              <a:rPr lang="es-ES_tradnl" sz="1600" dirty="0" err="1"/>
              <a:t>scytale</a:t>
            </a:r>
            <a:endParaRPr lang="es-ES_tradnl" sz="1700" dirty="0"/>
          </a:p>
        </p:txBody>
      </p:sp>
      <p:pic>
        <p:nvPicPr>
          <p:cNvPr id="6146" name="Picture 2" descr="Transposición, una manera sencilla de crear contraseñas fuertes - Jorge  Aldana">
            <a:extLst>
              <a:ext uri="{FF2B5EF4-FFF2-40B4-BE49-F238E27FC236}">
                <a16:creationId xmlns:a16="http://schemas.microsoft.com/office/drawing/2014/main" id="{7DECD09C-325E-B1CC-C6EA-C3198ECAC39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32634" y="2684095"/>
            <a:ext cx="4323080" cy="32423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54473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F974C80-E1A4-F270-DCEE-886879BA19A5}"/>
              </a:ext>
            </a:extLst>
          </p:cNvPr>
          <p:cNvSpPr>
            <a:spLocks noGrp="1"/>
          </p:cNvSpPr>
          <p:nvPr>
            <p:ph type="title"/>
          </p:nvPr>
        </p:nvSpPr>
        <p:spPr>
          <a:xfrm>
            <a:off x="411480" y="991443"/>
            <a:ext cx="4443154" cy="1087819"/>
          </a:xfrm>
        </p:spPr>
        <p:txBody>
          <a:bodyPr anchor="b">
            <a:normAutofit fontScale="90000"/>
          </a:bodyPr>
          <a:lstStyle/>
          <a:p>
            <a:pPr marL="685800" indent="-685800">
              <a:buFont typeface="Arial" panose="020B0604020202020204" pitchFamily="34" charset="0"/>
              <a:buChar char="•"/>
            </a:pPr>
            <a:r>
              <a:rPr lang="es-ES_tradnl" sz="3400" dirty="0"/>
              <a:t>Cifrado de Transposición Matricial</a:t>
            </a:r>
          </a:p>
        </p:txBody>
      </p:sp>
      <p:sp>
        <p:nvSpPr>
          <p:cNvPr id="5" name="Content Placeholder 4">
            <a:extLst>
              <a:ext uri="{FF2B5EF4-FFF2-40B4-BE49-F238E27FC236}">
                <a16:creationId xmlns:a16="http://schemas.microsoft.com/office/drawing/2014/main" id="{3258DAC1-DCEF-E38F-166A-8F1A5ECA0D22}"/>
              </a:ext>
            </a:extLst>
          </p:cNvPr>
          <p:cNvSpPr>
            <a:spLocks noGrp="1"/>
          </p:cNvSpPr>
          <p:nvPr>
            <p:ph idx="1"/>
          </p:nvPr>
        </p:nvSpPr>
        <p:spPr>
          <a:xfrm>
            <a:off x="411480" y="2684095"/>
            <a:ext cx="4443154" cy="3492868"/>
          </a:xfrm>
        </p:spPr>
        <p:txBody>
          <a:bodyPr>
            <a:normAutofit/>
          </a:bodyPr>
          <a:lstStyle/>
          <a:p>
            <a:r>
              <a:rPr lang="es-ES_tradnl" sz="1400" dirty="0"/>
              <a:t>Son cifrados donde el texto plano se escribe dentro de una matriz de dimensiones predefinidas m × n, fila por fila. El texto cifrado consiste en tomar las letras, columna por columna.</a:t>
            </a:r>
          </a:p>
          <a:p>
            <a:endParaRPr lang="es-ES_tradnl" sz="1400" dirty="0"/>
          </a:p>
          <a:p>
            <a:r>
              <a:rPr lang="en-US" sz="1400" dirty="0"/>
              <a:t>Por </a:t>
            </a:r>
            <a:r>
              <a:rPr lang="en-US" sz="1400" dirty="0" err="1"/>
              <a:t>ejemplo</a:t>
            </a:r>
            <a:r>
              <a:rPr lang="en-US" sz="1400" dirty="0"/>
              <a:t> </a:t>
            </a:r>
            <a:r>
              <a:rPr lang="en-US" sz="1400" dirty="0" err="1"/>
              <a:t>el</a:t>
            </a:r>
            <a:r>
              <a:rPr lang="en-US" sz="1400" dirty="0"/>
              <a:t> </a:t>
            </a:r>
            <a:r>
              <a:rPr lang="en-US" sz="1400" dirty="0" err="1"/>
              <a:t>texto</a:t>
            </a:r>
            <a:r>
              <a:rPr lang="en-US" sz="1400" dirty="0"/>
              <a:t> </a:t>
            </a:r>
            <a:r>
              <a:rPr lang="en-US" sz="1400" b="1" dirty="0"/>
              <a:t>TRANSPOSICIONPORCOLUMNASX</a:t>
            </a:r>
            <a:r>
              <a:rPr lang="en-US" sz="1400" dirty="0"/>
              <a:t>, </a:t>
            </a:r>
            <a:r>
              <a:rPr lang="en-US" sz="1400" dirty="0" err="1"/>
              <a:t>codificado</a:t>
            </a:r>
            <a:r>
              <a:rPr lang="en-US" sz="1400" dirty="0"/>
              <a:t> </a:t>
            </a:r>
            <a:r>
              <a:rPr lang="en-US" sz="1400" dirty="0" err="1"/>
              <a:t>en</a:t>
            </a:r>
            <a:r>
              <a:rPr lang="en-US" sz="1400" dirty="0"/>
              <a:t> </a:t>
            </a:r>
            <a:r>
              <a:rPr lang="en-US" sz="1400" dirty="0" err="1"/>
              <a:t>una</a:t>
            </a:r>
            <a:r>
              <a:rPr lang="en-US" sz="1400" dirty="0"/>
              <a:t> </a:t>
            </a:r>
            <a:r>
              <a:rPr lang="en-US" sz="1400" dirty="0" err="1"/>
              <a:t>matriz</a:t>
            </a:r>
            <a:r>
              <a:rPr lang="en-US" sz="1400" dirty="0"/>
              <a:t> de 4 × 5, </a:t>
            </a:r>
            <a:r>
              <a:rPr lang="en-US" sz="1400" dirty="0" err="1"/>
              <a:t>resulta</a:t>
            </a:r>
            <a:r>
              <a:rPr lang="en-US" sz="1400" dirty="0"/>
              <a:t> </a:t>
            </a:r>
            <a:r>
              <a:rPr lang="en-US" sz="1400" dirty="0" err="1"/>
              <a:t>en</a:t>
            </a:r>
            <a:r>
              <a:rPr lang="en-US" sz="1400" dirty="0"/>
              <a:t> </a:t>
            </a:r>
            <a:r>
              <a:rPr lang="en-US" sz="1400" b="1" dirty="0"/>
              <a:t>TPIRMROOCNASNOANIPLSSCOUX</a:t>
            </a:r>
            <a:r>
              <a:rPr lang="en-US" sz="1400" dirty="0"/>
              <a:t>.</a:t>
            </a:r>
            <a:endParaRPr lang="es-ES_tradnl" sz="1400" dirty="0"/>
          </a:p>
        </p:txBody>
      </p:sp>
      <p:pic>
        <p:nvPicPr>
          <p:cNvPr id="8194" name="Picture 2" descr="MOOC Crypt4you UPM">
            <a:extLst>
              <a:ext uri="{FF2B5EF4-FFF2-40B4-BE49-F238E27FC236}">
                <a16:creationId xmlns:a16="http://schemas.microsoft.com/office/drawing/2014/main" id="{1CC591FF-4A92-9B96-BF04-0C2C3FBE39C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94698" y="2684095"/>
            <a:ext cx="4909842" cy="28360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165312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6" name="Rectangle 55">
            <a:extLst>
              <a:ext uri="{FF2B5EF4-FFF2-40B4-BE49-F238E27FC236}">
                <a16:creationId xmlns:a16="http://schemas.microsoft.com/office/drawing/2014/main" id="{8D06CE56-3881-4ADA-8CEF-D18B02C24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8" name="Rectangle 57">
            <a:extLst>
              <a:ext uri="{FF2B5EF4-FFF2-40B4-BE49-F238E27FC236}">
                <a16:creationId xmlns:a16="http://schemas.microsoft.com/office/drawing/2014/main" id="{79F3C543-62EC-4433-9C93-A2CD8764E9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60" name="Rectangle 59">
            <a:extLst>
              <a:ext uri="{FF2B5EF4-FFF2-40B4-BE49-F238E27FC236}">
                <a16:creationId xmlns:a16="http://schemas.microsoft.com/office/drawing/2014/main" id="{017517EF-BD4D-4055-BDB4-A322C53568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62" name="Rectangle 61">
            <a:extLst>
              <a:ext uri="{FF2B5EF4-FFF2-40B4-BE49-F238E27FC236}">
                <a16:creationId xmlns:a16="http://schemas.microsoft.com/office/drawing/2014/main" id="{0ADDB668-2CA4-4D2B-9C34-3487CA330B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1553" y="304802"/>
            <a:ext cx="11097349" cy="1573149"/>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itle 3">
            <a:extLst>
              <a:ext uri="{FF2B5EF4-FFF2-40B4-BE49-F238E27FC236}">
                <a16:creationId xmlns:a16="http://schemas.microsoft.com/office/drawing/2014/main" id="{DF974C80-E1A4-F270-DCEE-886879BA19A5}"/>
              </a:ext>
            </a:extLst>
          </p:cNvPr>
          <p:cNvSpPr>
            <a:spLocks noGrp="1"/>
          </p:cNvSpPr>
          <p:nvPr>
            <p:ph type="title"/>
          </p:nvPr>
        </p:nvSpPr>
        <p:spPr>
          <a:xfrm>
            <a:off x="901690" y="405575"/>
            <a:ext cx="6430414" cy="1371600"/>
          </a:xfrm>
        </p:spPr>
        <p:txBody>
          <a:bodyPr vert="horz" lIns="91440" tIns="45720" rIns="91440" bIns="45720" rtlCol="0" anchor="ctr">
            <a:normAutofit/>
          </a:bodyPr>
          <a:lstStyle/>
          <a:p>
            <a:pPr marL="685800" indent="-685800"/>
            <a:r>
              <a:rPr lang="en-US"/>
              <a:t>Cifrados</a:t>
            </a:r>
            <a:r>
              <a:rPr lang="en-US" dirty="0"/>
              <a:t> </a:t>
            </a:r>
            <a:r>
              <a:rPr lang="en-US"/>
              <a:t>Siglo</a:t>
            </a:r>
            <a:r>
              <a:rPr lang="en-US" dirty="0"/>
              <a:t> XX</a:t>
            </a:r>
          </a:p>
        </p:txBody>
      </p:sp>
      <p:sp>
        <p:nvSpPr>
          <p:cNvPr id="64" name="Rectangle 63">
            <a:extLst>
              <a:ext uri="{FF2B5EF4-FFF2-40B4-BE49-F238E27FC236}">
                <a16:creationId xmlns:a16="http://schemas.microsoft.com/office/drawing/2014/main" id="{2568BC19-F052-4108-93E1-6A3D1DEC07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4784" y="764424"/>
            <a:ext cx="128016" cy="65390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6" name="Rectangle 65">
            <a:extLst>
              <a:ext uri="{FF2B5EF4-FFF2-40B4-BE49-F238E27FC236}">
                <a16:creationId xmlns:a16="http://schemas.microsoft.com/office/drawing/2014/main" id="{D5FD337D-4D6B-4C8B-B6F5-121097E098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130604" y="1071836"/>
            <a:ext cx="1021458" cy="9144"/>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2" name="Picture 1">
            <a:extLst>
              <a:ext uri="{FF2B5EF4-FFF2-40B4-BE49-F238E27FC236}">
                <a16:creationId xmlns:a16="http://schemas.microsoft.com/office/drawing/2014/main" id="{0D182DEE-779F-0386-7041-33DD52B8DF69}"/>
              </a:ext>
            </a:extLst>
          </p:cNvPr>
          <p:cNvPicPr>
            <a:picLocks noChangeAspect="1"/>
          </p:cNvPicPr>
          <p:nvPr/>
        </p:nvPicPr>
        <p:blipFill>
          <a:blip r:embed="rId2"/>
          <a:stretch>
            <a:fillRect/>
          </a:stretch>
        </p:blipFill>
        <p:spPr>
          <a:xfrm>
            <a:off x="1716232" y="2091095"/>
            <a:ext cx="8763000" cy="4206240"/>
          </a:xfrm>
          <a:prstGeom prst="rect">
            <a:avLst/>
          </a:prstGeom>
        </p:spPr>
      </p:pic>
    </p:spTree>
    <p:extLst>
      <p:ext uri="{BB962C8B-B14F-4D97-AF65-F5344CB8AC3E}">
        <p14:creationId xmlns:p14="http://schemas.microsoft.com/office/powerpoint/2010/main" val="36859140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 name="Rectangle 70">
            <a:extLst>
              <a:ext uri="{FF2B5EF4-FFF2-40B4-BE49-F238E27FC236}">
                <a16:creationId xmlns:a16="http://schemas.microsoft.com/office/drawing/2014/main" id="{8D06CE56-3881-4ADA-8CEF-D18B02C24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3" name="Rectangle 72">
            <a:extLst>
              <a:ext uri="{FF2B5EF4-FFF2-40B4-BE49-F238E27FC236}">
                <a16:creationId xmlns:a16="http://schemas.microsoft.com/office/drawing/2014/main" id="{79F3C543-62EC-4433-9C93-A2CD8764E9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75" name="Rectangle 74">
            <a:extLst>
              <a:ext uri="{FF2B5EF4-FFF2-40B4-BE49-F238E27FC236}">
                <a16:creationId xmlns:a16="http://schemas.microsoft.com/office/drawing/2014/main" id="{017517EF-BD4D-4055-BDB4-A322C53568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77" name="Rectangle 76">
            <a:extLst>
              <a:ext uri="{FF2B5EF4-FFF2-40B4-BE49-F238E27FC236}">
                <a16:creationId xmlns:a16="http://schemas.microsoft.com/office/drawing/2014/main" id="{0ADDB668-2CA4-4D2B-9C34-3487CA330B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1553" y="304802"/>
            <a:ext cx="11097349" cy="1573149"/>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itle 3">
            <a:extLst>
              <a:ext uri="{FF2B5EF4-FFF2-40B4-BE49-F238E27FC236}">
                <a16:creationId xmlns:a16="http://schemas.microsoft.com/office/drawing/2014/main" id="{DF974C80-E1A4-F270-DCEE-886879BA19A5}"/>
              </a:ext>
            </a:extLst>
          </p:cNvPr>
          <p:cNvSpPr>
            <a:spLocks noGrp="1"/>
          </p:cNvSpPr>
          <p:nvPr>
            <p:ph type="title"/>
          </p:nvPr>
        </p:nvSpPr>
        <p:spPr>
          <a:xfrm>
            <a:off x="901690" y="405575"/>
            <a:ext cx="6430414" cy="1371600"/>
          </a:xfrm>
        </p:spPr>
        <p:txBody>
          <a:bodyPr vert="horz" lIns="91440" tIns="45720" rIns="91440" bIns="45720" rtlCol="0" anchor="ctr">
            <a:normAutofit/>
          </a:bodyPr>
          <a:lstStyle/>
          <a:p>
            <a:pPr marL="685800" indent="-685800"/>
            <a:r>
              <a:rPr lang="en-US"/>
              <a:t>Cifrados</a:t>
            </a:r>
            <a:r>
              <a:rPr lang="en-US" dirty="0"/>
              <a:t> </a:t>
            </a:r>
            <a:r>
              <a:rPr lang="en-US"/>
              <a:t>Siglo</a:t>
            </a:r>
            <a:r>
              <a:rPr lang="en-US" dirty="0"/>
              <a:t> XX</a:t>
            </a:r>
          </a:p>
        </p:txBody>
      </p:sp>
      <p:sp>
        <p:nvSpPr>
          <p:cNvPr id="79" name="Rectangle 78">
            <a:extLst>
              <a:ext uri="{FF2B5EF4-FFF2-40B4-BE49-F238E27FC236}">
                <a16:creationId xmlns:a16="http://schemas.microsoft.com/office/drawing/2014/main" id="{2568BC19-F052-4108-93E1-6A3D1DEC07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4784" y="764424"/>
            <a:ext cx="128016" cy="65390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1" name="Rectangle 80">
            <a:extLst>
              <a:ext uri="{FF2B5EF4-FFF2-40B4-BE49-F238E27FC236}">
                <a16:creationId xmlns:a16="http://schemas.microsoft.com/office/drawing/2014/main" id="{D5FD337D-4D6B-4C8B-B6F5-121097E098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130604" y="1071836"/>
            <a:ext cx="1021458" cy="9144"/>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3" name="Picture 2" descr="A diagram of a machine&#10;&#10;Description automatically generated">
            <a:extLst>
              <a:ext uri="{FF2B5EF4-FFF2-40B4-BE49-F238E27FC236}">
                <a16:creationId xmlns:a16="http://schemas.microsoft.com/office/drawing/2014/main" id="{F1CFF75F-57DB-CE57-DFF6-69703A5816EF}"/>
              </a:ext>
            </a:extLst>
          </p:cNvPr>
          <p:cNvPicPr>
            <a:picLocks noChangeAspect="1"/>
          </p:cNvPicPr>
          <p:nvPr/>
        </p:nvPicPr>
        <p:blipFill>
          <a:blip r:embed="rId2"/>
          <a:stretch>
            <a:fillRect/>
          </a:stretch>
        </p:blipFill>
        <p:spPr>
          <a:xfrm>
            <a:off x="1738935" y="2091095"/>
            <a:ext cx="8717594" cy="4206240"/>
          </a:xfrm>
          <a:prstGeom prst="rect">
            <a:avLst/>
          </a:prstGeom>
        </p:spPr>
      </p:pic>
    </p:spTree>
    <p:extLst>
      <p:ext uri="{BB962C8B-B14F-4D97-AF65-F5344CB8AC3E}">
        <p14:creationId xmlns:p14="http://schemas.microsoft.com/office/powerpoint/2010/main" val="219283208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6" name="Rectangle 85">
            <a:extLst>
              <a:ext uri="{FF2B5EF4-FFF2-40B4-BE49-F238E27FC236}">
                <a16:creationId xmlns:a16="http://schemas.microsoft.com/office/drawing/2014/main" id="{8D06CE56-3881-4ADA-8CEF-D18B02C24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8" name="Rectangle 87">
            <a:extLst>
              <a:ext uri="{FF2B5EF4-FFF2-40B4-BE49-F238E27FC236}">
                <a16:creationId xmlns:a16="http://schemas.microsoft.com/office/drawing/2014/main" id="{79F3C543-62EC-4433-9C93-A2CD8764E9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90" name="Rectangle 89">
            <a:extLst>
              <a:ext uri="{FF2B5EF4-FFF2-40B4-BE49-F238E27FC236}">
                <a16:creationId xmlns:a16="http://schemas.microsoft.com/office/drawing/2014/main" id="{017517EF-BD4D-4055-BDB4-A322C53568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92" name="Rectangle 91">
            <a:extLst>
              <a:ext uri="{FF2B5EF4-FFF2-40B4-BE49-F238E27FC236}">
                <a16:creationId xmlns:a16="http://schemas.microsoft.com/office/drawing/2014/main" id="{0ADDB668-2CA4-4D2B-9C34-3487CA330B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1553" y="304802"/>
            <a:ext cx="11097349" cy="1573149"/>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itle 3">
            <a:extLst>
              <a:ext uri="{FF2B5EF4-FFF2-40B4-BE49-F238E27FC236}">
                <a16:creationId xmlns:a16="http://schemas.microsoft.com/office/drawing/2014/main" id="{DF974C80-E1A4-F270-DCEE-886879BA19A5}"/>
              </a:ext>
            </a:extLst>
          </p:cNvPr>
          <p:cNvSpPr>
            <a:spLocks noGrp="1"/>
          </p:cNvSpPr>
          <p:nvPr>
            <p:ph type="title"/>
          </p:nvPr>
        </p:nvSpPr>
        <p:spPr>
          <a:xfrm>
            <a:off x="901690" y="405575"/>
            <a:ext cx="6430414" cy="1371600"/>
          </a:xfrm>
        </p:spPr>
        <p:txBody>
          <a:bodyPr vert="horz" lIns="91440" tIns="45720" rIns="91440" bIns="45720" rtlCol="0" anchor="ctr">
            <a:normAutofit/>
          </a:bodyPr>
          <a:lstStyle/>
          <a:p>
            <a:pPr marL="685800" indent="-685800"/>
            <a:r>
              <a:rPr lang="en-US"/>
              <a:t>Cifrados</a:t>
            </a:r>
            <a:r>
              <a:rPr lang="en-US" dirty="0"/>
              <a:t> </a:t>
            </a:r>
            <a:r>
              <a:rPr lang="en-US"/>
              <a:t>Siglo</a:t>
            </a:r>
            <a:r>
              <a:rPr lang="en-US" dirty="0"/>
              <a:t> XX</a:t>
            </a:r>
          </a:p>
        </p:txBody>
      </p:sp>
      <p:sp>
        <p:nvSpPr>
          <p:cNvPr id="94" name="Rectangle 93">
            <a:extLst>
              <a:ext uri="{FF2B5EF4-FFF2-40B4-BE49-F238E27FC236}">
                <a16:creationId xmlns:a16="http://schemas.microsoft.com/office/drawing/2014/main" id="{2568BC19-F052-4108-93E1-6A3D1DEC07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4784" y="764424"/>
            <a:ext cx="128016" cy="65390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6" name="Rectangle 95">
            <a:extLst>
              <a:ext uri="{FF2B5EF4-FFF2-40B4-BE49-F238E27FC236}">
                <a16:creationId xmlns:a16="http://schemas.microsoft.com/office/drawing/2014/main" id="{D5FD337D-4D6B-4C8B-B6F5-121097E098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130604" y="1071836"/>
            <a:ext cx="1021458" cy="9144"/>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2" name="Picture 1">
            <a:extLst>
              <a:ext uri="{FF2B5EF4-FFF2-40B4-BE49-F238E27FC236}">
                <a16:creationId xmlns:a16="http://schemas.microsoft.com/office/drawing/2014/main" id="{1697249F-8663-4CDF-A37B-246683D93D9A}"/>
              </a:ext>
            </a:extLst>
          </p:cNvPr>
          <p:cNvPicPr>
            <a:picLocks noChangeAspect="1"/>
          </p:cNvPicPr>
          <p:nvPr/>
        </p:nvPicPr>
        <p:blipFill>
          <a:blip r:embed="rId2"/>
          <a:stretch>
            <a:fillRect/>
          </a:stretch>
        </p:blipFill>
        <p:spPr>
          <a:xfrm>
            <a:off x="1716232" y="2091095"/>
            <a:ext cx="8763000" cy="4206240"/>
          </a:xfrm>
          <a:prstGeom prst="rect">
            <a:avLst/>
          </a:prstGeom>
        </p:spPr>
      </p:pic>
    </p:spTree>
    <p:extLst>
      <p:ext uri="{BB962C8B-B14F-4D97-AF65-F5344CB8AC3E}">
        <p14:creationId xmlns:p14="http://schemas.microsoft.com/office/powerpoint/2010/main" val="1409834431"/>
      </p:ext>
    </p:extLst>
  </p:cSld>
  <p:clrMapOvr>
    <a:masterClrMapping/>
  </p:clrMapOvr>
</p:sld>
</file>

<file path=ppt/theme/theme1.xml><?xml version="1.0" encoding="utf-8"?>
<a:theme xmlns:a="http://schemas.openxmlformats.org/drawingml/2006/main" name="AccentBoxVTI">
  <a:themeElements>
    <a:clrScheme name="Blue Green">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Avenir">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ccentBoxVTI" id="{9F778A78-DC9A-453A-A82D-A75CAD503E15}" vid="{EA961113-7CC4-4569-8A6A-7BC2C1E2F40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{D6E6C100-B9F1-584F-ABF7-1E8BF04C5F2A}tf16401378</Template>
  <TotalTime>320</TotalTime>
  <Words>611</Words>
  <Application>Microsoft Macintosh PowerPoint</Application>
  <PresentationFormat>Panorámica</PresentationFormat>
  <Paragraphs>74</Paragraphs>
  <Slides>23</Slides>
  <Notes>1</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23</vt:i4>
      </vt:variant>
    </vt:vector>
  </HeadingPairs>
  <TitlesOfParts>
    <vt:vector size="27" baseType="lpstr">
      <vt:lpstr>Arial</vt:lpstr>
      <vt:lpstr>Calibri</vt:lpstr>
      <vt:lpstr>Neue Haas Grotesk Text Pro</vt:lpstr>
      <vt:lpstr>AccentBoxVTI</vt:lpstr>
      <vt:lpstr>Criptografía</vt:lpstr>
      <vt:lpstr>Agenda</vt:lpstr>
      <vt:lpstr>Cifrado de sustitución</vt:lpstr>
      <vt:lpstr>Cifrado de sustitución</vt:lpstr>
      <vt:lpstr>Cifrado de Caesar</vt:lpstr>
      <vt:lpstr>Cifrado de Caesar</vt:lpstr>
      <vt:lpstr>Cifrado de Caesar</vt:lpstr>
      <vt:lpstr>Cifrado Atbash</vt:lpstr>
      <vt:lpstr>Cifrado de Atbash</vt:lpstr>
      <vt:lpstr>Cifrado Afines</vt:lpstr>
      <vt:lpstr>Cifrado de Afines</vt:lpstr>
      <vt:lpstr>Cifrado ROT13</vt:lpstr>
      <vt:lpstr>Cifrado de ROT13</vt:lpstr>
      <vt:lpstr>Cifrado Vigenére</vt:lpstr>
      <vt:lpstr>Cifrado Vigenére</vt:lpstr>
      <vt:lpstr>Cifrado Vigenére</vt:lpstr>
      <vt:lpstr>Cifrado Vigenére</vt:lpstr>
      <vt:lpstr>OTROS CIFRADOS</vt:lpstr>
      <vt:lpstr>Cifrado de Transposición</vt:lpstr>
      <vt:lpstr>Cifrado de Transposición Matricial</vt:lpstr>
      <vt:lpstr>Cifrados Siglo XX</vt:lpstr>
      <vt:lpstr>Cifrados Siglo XX</vt:lpstr>
      <vt:lpstr>Cifrados Siglo XX</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Criptografía y Cifrado de Información</dc:title>
  <dc:creator>Ludwing Cano</dc:creator>
  <cp:lastModifiedBy>Ludwing Cano</cp:lastModifiedBy>
  <cp:revision>6</cp:revision>
  <dcterms:created xsi:type="dcterms:W3CDTF">2023-11-09T05:13:32Z</dcterms:created>
  <dcterms:modified xsi:type="dcterms:W3CDTF">2026-01-19T13:06:40Z</dcterms:modified>
</cp:coreProperties>
</file>